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STIX Two Text SemiBold"/>
      <p:regular r:id="rId12"/>
      <p:bold r:id="rId13"/>
      <p:italic r:id="rId14"/>
      <p:boldItalic r:id="rId15"/>
    </p:embeddedFont>
    <p:embeddedFont>
      <p:font typeface="STIX Two Text"/>
      <p:regular r:id="rId16"/>
      <p:bold r:id="rId17"/>
      <p:italic r:id="rId18"/>
      <p:boldItalic r:id="rId19"/>
    </p:embeddedFont>
    <p:embeddedFont>
      <p:font typeface="Plus Jakarta Sans"/>
      <p:regular r:id="rId20"/>
      <p:bold r:id="rId21"/>
      <p:italic r:id="rId22"/>
      <p:boldItalic r:id="rId23"/>
    </p:embeddedFont>
    <p:embeddedFont>
      <p:font typeface="STIX Two Text Medium"/>
      <p:regular r:id="rId24"/>
      <p:bold r:id="rId25"/>
      <p:italic r:id="rId26"/>
      <p:boldItalic r:id="rId27"/>
    </p:embeddedFont>
    <p:embeddedFont>
      <p:font typeface="Plus Jakarta Sans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regular.fntdata"/><Relationship Id="rId22" Type="http://schemas.openxmlformats.org/officeDocument/2006/relationships/font" Target="fonts/PlusJakartaSans-italic.fntdata"/><Relationship Id="rId21" Type="http://schemas.openxmlformats.org/officeDocument/2006/relationships/font" Target="fonts/PlusJakartaSans-bold.fntdata"/><Relationship Id="rId24" Type="http://schemas.openxmlformats.org/officeDocument/2006/relationships/font" Target="fonts/STIXTwoTextMedium-regular.fntdata"/><Relationship Id="rId23" Type="http://schemas.openxmlformats.org/officeDocument/2006/relationships/font" Target="fonts/PlusJakarta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TIXTwoTextMedium-italic.fntdata"/><Relationship Id="rId25" Type="http://schemas.openxmlformats.org/officeDocument/2006/relationships/font" Target="fonts/STIXTwoTextMedium-bold.fntdata"/><Relationship Id="rId28" Type="http://schemas.openxmlformats.org/officeDocument/2006/relationships/font" Target="fonts/PlusJakartaSansMedium-regular.fntdata"/><Relationship Id="rId27" Type="http://schemas.openxmlformats.org/officeDocument/2006/relationships/font" Target="fonts/STIXTwoText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usJakartaSans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lusJakartaSansMedium-boldItalic.fntdata"/><Relationship Id="rId30" Type="http://schemas.openxmlformats.org/officeDocument/2006/relationships/font" Target="fonts/PlusJakartaSansMedium-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STIXTwoTextSemiBold-bold.fntdata"/><Relationship Id="rId12" Type="http://schemas.openxmlformats.org/officeDocument/2006/relationships/font" Target="fonts/STIXTwoTextSemiBold-regular.fntdata"/><Relationship Id="rId15" Type="http://schemas.openxmlformats.org/officeDocument/2006/relationships/font" Target="fonts/STIXTwoTextSemiBold-boldItalic.fntdata"/><Relationship Id="rId14" Type="http://schemas.openxmlformats.org/officeDocument/2006/relationships/font" Target="fonts/STIXTwoTextSemiBold-italic.fntdata"/><Relationship Id="rId17" Type="http://schemas.openxmlformats.org/officeDocument/2006/relationships/font" Target="fonts/STIXTwoText-bold.fntdata"/><Relationship Id="rId16" Type="http://schemas.openxmlformats.org/officeDocument/2006/relationships/font" Target="fonts/STIXTwoText-regular.fntdata"/><Relationship Id="rId19" Type="http://schemas.openxmlformats.org/officeDocument/2006/relationships/font" Target="fonts/STIXTwoText-boldItalic.fntdata"/><Relationship Id="rId18" Type="http://schemas.openxmlformats.org/officeDocument/2006/relationships/font" Target="fonts/STIXTwoTex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h11e01e26a84e80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h11e01e26a84e80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11e01e26a84e801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h11e01e26a84e801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11e01e26a84e801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h11e01e26a84e801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h11e01e26a84e801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h11e01e26a84e801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h11e01e26a84e8018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h11e01e26a84e8018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h11e01e26a84e8018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h11e01e26a84e8018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idx="1" type="subTitle"/>
          </p:nvPr>
        </p:nvSpPr>
        <p:spPr>
          <a:xfrm>
            <a:off x="2418125" y="2878925"/>
            <a:ext cx="5325600" cy="745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2000"/>
              <a:buFont typeface="Plus Jakarta Sans Medium"/>
              <a:buNone/>
              <a:defRPr sz="2000">
                <a:solidFill>
                  <a:schemeClr val="accent2"/>
                </a:solidFill>
              </a:defRPr>
            </a:lvl1pPr>
            <a:lvl2pPr lvl="1" algn="l">
              <a:spcBef>
                <a:spcPts val="0"/>
              </a:spcBef>
              <a:spcAft>
                <a:spcPts val="0"/>
              </a:spcAft>
              <a:buClr>
                <a:schemeClr val="accent2"/>
              </a:buClr>
              <a:buSzPts val="2000"/>
              <a:buFont typeface="Plus Jakarta Sans Medium"/>
              <a:buNone/>
              <a:defRPr sz="2000">
                <a:solidFill>
                  <a:schemeClr val="accent2"/>
                </a:solidFill>
              </a:defRPr>
            </a:lvl2pPr>
            <a:lvl3pPr lvl="2" algn="l">
              <a:spcBef>
                <a:spcPts val="0"/>
              </a:spcBef>
              <a:spcAft>
                <a:spcPts val="0"/>
              </a:spcAft>
              <a:buClr>
                <a:schemeClr val="accent2"/>
              </a:buClr>
              <a:buSzPts val="2000"/>
              <a:buFont typeface="Plus Jakarta Sans Medium"/>
              <a:buNone/>
              <a:defRPr sz="2000">
                <a:solidFill>
                  <a:schemeClr val="accent2"/>
                </a:solidFill>
              </a:defRPr>
            </a:lvl3pPr>
            <a:lvl4pPr lvl="3" algn="l">
              <a:spcBef>
                <a:spcPts val="0"/>
              </a:spcBef>
              <a:spcAft>
                <a:spcPts val="0"/>
              </a:spcAft>
              <a:buClr>
                <a:schemeClr val="accent2"/>
              </a:buClr>
              <a:buSzPts val="2000"/>
              <a:buFont typeface="Plus Jakarta Sans Medium"/>
              <a:buNone/>
              <a:defRPr sz="2000">
                <a:solidFill>
                  <a:schemeClr val="accent2"/>
                </a:solidFill>
              </a:defRPr>
            </a:lvl4pPr>
            <a:lvl5pPr lvl="4" algn="l">
              <a:spcBef>
                <a:spcPts val="0"/>
              </a:spcBef>
              <a:spcAft>
                <a:spcPts val="0"/>
              </a:spcAft>
              <a:buClr>
                <a:schemeClr val="accent2"/>
              </a:buClr>
              <a:buSzPts val="2000"/>
              <a:buFont typeface="Plus Jakarta Sans Medium"/>
              <a:buNone/>
              <a:defRPr sz="2000">
                <a:solidFill>
                  <a:schemeClr val="accent2"/>
                </a:solidFill>
              </a:defRPr>
            </a:lvl5pPr>
            <a:lvl6pPr lvl="5" algn="l">
              <a:spcBef>
                <a:spcPts val="0"/>
              </a:spcBef>
              <a:spcAft>
                <a:spcPts val="0"/>
              </a:spcAft>
              <a:buClr>
                <a:schemeClr val="accent2"/>
              </a:buClr>
              <a:buSzPts val="2000"/>
              <a:buFont typeface="Plus Jakarta Sans Medium"/>
              <a:buNone/>
              <a:defRPr sz="2000">
                <a:solidFill>
                  <a:schemeClr val="accent2"/>
                </a:solidFill>
              </a:defRPr>
            </a:lvl6pPr>
            <a:lvl7pPr lvl="6" algn="l">
              <a:spcBef>
                <a:spcPts val="0"/>
              </a:spcBef>
              <a:spcAft>
                <a:spcPts val="0"/>
              </a:spcAft>
              <a:buClr>
                <a:schemeClr val="accent2"/>
              </a:buClr>
              <a:buSzPts val="2000"/>
              <a:buFont typeface="Plus Jakarta Sans Medium"/>
              <a:buNone/>
              <a:defRPr sz="2000">
                <a:solidFill>
                  <a:schemeClr val="accent2"/>
                </a:solidFill>
              </a:defRPr>
            </a:lvl7pPr>
            <a:lvl8pPr lvl="7" algn="l">
              <a:spcBef>
                <a:spcPts val="0"/>
              </a:spcBef>
              <a:spcAft>
                <a:spcPts val="0"/>
              </a:spcAft>
              <a:buClr>
                <a:schemeClr val="accent2"/>
              </a:buClr>
              <a:buSzPts val="2000"/>
              <a:buFont typeface="Plus Jakarta Sans Medium"/>
              <a:buNone/>
              <a:defRPr sz="2000">
                <a:solidFill>
                  <a:schemeClr val="accent2"/>
                </a:solidFill>
              </a:defRPr>
            </a:lvl8pPr>
            <a:lvl9pPr lvl="8" algn="l">
              <a:spcBef>
                <a:spcPts val="0"/>
              </a:spcBef>
              <a:spcAft>
                <a:spcPts val="0"/>
              </a:spcAft>
              <a:buClr>
                <a:schemeClr val="accent2"/>
              </a:buClr>
              <a:buSzPts val="2000"/>
              <a:buFont typeface="Plus Jakarta Sans Medium"/>
              <a:buNone/>
              <a:defRPr sz="2000">
                <a:solidFill>
                  <a:schemeClr val="accent2"/>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p:nvPr/>
        </p:nvSpPr>
        <p:spPr>
          <a:xfrm>
            <a:off x="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4" name="Google Shape;14;p2"/>
          <p:cNvSpPr/>
          <p:nvPr/>
        </p:nvSpPr>
        <p:spPr>
          <a:xfrm>
            <a:off x="257100" y="3085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 name="Google Shape;15;p2"/>
          <p:cNvSpPr/>
          <p:nvPr/>
        </p:nvSpPr>
        <p:spPr>
          <a:xfrm>
            <a:off x="257100" y="16752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 name="Google Shape;16;p2"/>
          <p:cNvSpPr/>
          <p:nvPr/>
        </p:nvSpPr>
        <p:spPr>
          <a:xfrm>
            <a:off x="103650" y="224327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2"/>
          <p:cNvSpPr/>
          <p:nvPr/>
        </p:nvSpPr>
        <p:spPr>
          <a:xfrm>
            <a:off x="442050" y="23782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 name="Google Shape;18;p2"/>
          <p:cNvSpPr/>
          <p:nvPr/>
        </p:nvSpPr>
        <p:spPr>
          <a:xfrm rot="5400000">
            <a:off x="805497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2"/>
          <p:cNvSpPr/>
          <p:nvPr/>
        </p:nvSpPr>
        <p:spPr>
          <a:xfrm rot="10800000">
            <a:off x="805497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 name="Google Shape;20;p2"/>
          <p:cNvGrpSpPr/>
          <p:nvPr/>
        </p:nvGrpSpPr>
        <p:grpSpPr>
          <a:xfrm>
            <a:off x="1249800" y="76325"/>
            <a:ext cx="7808400" cy="5067300"/>
            <a:chOff x="1249800" y="76325"/>
            <a:chExt cx="7808400" cy="5067300"/>
          </a:xfrm>
        </p:grpSpPr>
        <p:cxnSp>
          <p:nvCxnSpPr>
            <p:cNvPr id="21" name="Google Shape;21;p2"/>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22" name="Google Shape;22;p2"/>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23" name="Google Shape;23;p2"/>
          <p:cNvGrpSpPr/>
          <p:nvPr/>
        </p:nvGrpSpPr>
        <p:grpSpPr>
          <a:xfrm>
            <a:off x="1249800" y="162125"/>
            <a:ext cx="7722600" cy="4981500"/>
            <a:chOff x="1249800" y="162125"/>
            <a:chExt cx="7722600" cy="4981500"/>
          </a:xfrm>
        </p:grpSpPr>
        <p:cxnSp>
          <p:nvCxnSpPr>
            <p:cNvPr id="24" name="Google Shape;24;p2"/>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25" name="Google Shape;25;p2"/>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26" name="Google Shape;26;p2"/>
          <p:cNvGrpSpPr/>
          <p:nvPr/>
        </p:nvGrpSpPr>
        <p:grpSpPr>
          <a:xfrm>
            <a:off x="1249800" y="247925"/>
            <a:ext cx="7636800" cy="4895700"/>
            <a:chOff x="1249800" y="247925"/>
            <a:chExt cx="7636800" cy="4895700"/>
          </a:xfrm>
        </p:grpSpPr>
        <p:cxnSp>
          <p:nvCxnSpPr>
            <p:cNvPr id="27" name="Google Shape;27;p2"/>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28" name="Google Shape;28;p2"/>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29" name="Google Shape;29;p2"/>
          <p:cNvSpPr txBox="1"/>
          <p:nvPr>
            <p:ph type="ctrTitle"/>
          </p:nvPr>
        </p:nvSpPr>
        <p:spPr>
          <a:xfrm>
            <a:off x="2418125" y="1304525"/>
            <a:ext cx="5325600" cy="15747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Font typeface="STIX Two Text SemiBold"/>
              <a:buNone/>
              <a:defRPr sz="48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0" name="Shape 30"/>
        <p:cNvGrpSpPr/>
        <p:nvPr/>
      </p:nvGrpSpPr>
      <p:grpSpPr>
        <a:xfrm>
          <a:off x="0" y="0"/>
          <a:ext cx="0" cy="0"/>
          <a:chOff x="0" y="0"/>
          <a:chExt cx="0" cy="0"/>
        </a:xfrm>
      </p:grpSpPr>
      <p:sp>
        <p:nvSpPr>
          <p:cNvPr id="31" name="Google Shape;31;p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33" name="Google Shape;3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4" name="Shape 34"/>
        <p:cNvGrpSpPr/>
        <p:nvPr/>
      </p:nvGrpSpPr>
      <p:grpSpPr>
        <a:xfrm>
          <a:off x="0" y="0"/>
          <a:ext cx="0" cy="0"/>
          <a:chOff x="0" y="0"/>
          <a:chExt cx="0" cy="0"/>
        </a:xfrm>
      </p:grpSpPr>
      <p:sp>
        <p:nvSpPr>
          <p:cNvPr id="35" name="Google Shape;35;p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38" name="Google Shape;38;p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 name="Google Shape;3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4">
    <p:spTree>
      <p:nvGrpSpPr>
        <p:cNvPr id="40" name="Shape 40"/>
        <p:cNvGrpSpPr/>
        <p:nvPr/>
      </p:nvGrpSpPr>
      <p:grpSpPr>
        <a:xfrm>
          <a:off x="0" y="0"/>
          <a:ext cx="0" cy="0"/>
          <a:chOff x="0" y="0"/>
          <a:chExt cx="0" cy="0"/>
        </a:xfrm>
      </p:grpSpPr>
      <p:sp>
        <p:nvSpPr>
          <p:cNvPr id="41" name="Google Shape;4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 name="Google Shape;43;p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44" name="Google Shape;44;p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45" name="Google Shape;45;p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2000"/>
              <a:buNone/>
              <a:defRPr sz="2000">
                <a:solidFill>
                  <a:schemeClr val="lt2"/>
                </a:solidFill>
              </a:defRPr>
            </a:lvl1pPr>
            <a:lvl2pPr lvl="1">
              <a:spcBef>
                <a:spcPts val="0"/>
              </a:spcBef>
              <a:spcAft>
                <a:spcPts val="0"/>
              </a:spcAft>
              <a:buClr>
                <a:schemeClr val="lt2"/>
              </a:buClr>
              <a:buSzPts val="2000"/>
              <a:buNone/>
              <a:defRPr sz="2000">
                <a:solidFill>
                  <a:schemeClr val="lt2"/>
                </a:solidFill>
              </a:defRPr>
            </a:lvl2pPr>
            <a:lvl3pPr lvl="2">
              <a:spcBef>
                <a:spcPts val="0"/>
              </a:spcBef>
              <a:spcAft>
                <a:spcPts val="0"/>
              </a:spcAft>
              <a:buClr>
                <a:schemeClr val="lt2"/>
              </a:buClr>
              <a:buSzPts val="2000"/>
              <a:buNone/>
              <a:defRPr sz="2000">
                <a:solidFill>
                  <a:schemeClr val="lt2"/>
                </a:solidFill>
              </a:defRPr>
            </a:lvl3pPr>
            <a:lvl4pPr lvl="3">
              <a:spcBef>
                <a:spcPts val="0"/>
              </a:spcBef>
              <a:spcAft>
                <a:spcPts val="0"/>
              </a:spcAft>
              <a:buClr>
                <a:schemeClr val="lt2"/>
              </a:buClr>
              <a:buSzPts val="2000"/>
              <a:buNone/>
              <a:defRPr sz="2000">
                <a:solidFill>
                  <a:schemeClr val="lt2"/>
                </a:solidFill>
              </a:defRPr>
            </a:lvl4pPr>
            <a:lvl5pPr lvl="4">
              <a:spcBef>
                <a:spcPts val="0"/>
              </a:spcBef>
              <a:spcAft>
                <a:spcPts val="0"/>
              </a:spcAft>
              <a:buClr>
                <a:schemeClr val="lt2"/>
              </a:buClr>
              <a:buSzPts val="2000"/>
              <a:buNone/>
              <a:defRPr sz="2000">
                <a:solidFill>
                  <a:schemeClr val="lt2"/>
                </a:solidFill>
              </a:defRPr>
            </a:lvl5pPr>
            <a:lvl6pPr lvl="5">
              <a:spcBef>
                <a:spcPts val="0"/>
              </a:spcBef>
              <a:spcAft>
                <a:spcPts val="0"/>
              </a:spcAft>
              <a:buClr>
                <a:schemeClr val="lt2"/>
              </a:buClr>
              <a:buSzPts val="2000"/>
              <a:buNone/>
              <a:defRPr sz="2000">
                <a:solidFill>
                  <a:schemeClr val="lt2"/>
                </a:solidFill>
              </a:defRPr>
            </a:lvl6pPr>
            <a:lvl7pPr lvl="6">
              <a:spcBef>
                <a:spcPts val="0"/>
              </a:spcBef>
              <a:spcAft>
                <a:spcPts val="0"/>
              </a:spcAft>
              <a:buClr>
                <a:schemeClr val="lt2"/>
              </a:buClr>
              <a:buSzPts val="2000"/>
              <a:buNone/>
              <a:defRPr sz="2000">
                <a:solidFill>
                  <a:schemeClr val="lt2"/>
                </a:solidFill>
              </a:defRPr>
            </a:lvl7pPr>
            <a:lvl8pPr lvl="7">
              <a:spcBef>
                <a:spcPts val="0"/>
              </a:spcBef>
              <a:spcAft>
                <a:spcPts val="0"/>
              </a:spcAft>
              <a:buClr>
                <a:schemeClr val="lt2"/>
              </a:buClr>
              <a:buSzPts val="2000"/>
              <a:buNone/>
              <a:defRPr sz="2000">
                <a:solidFill>
                  <a:schemeClr val="lt2"/>
                </a:solidFill>
              </a:defRPr>
            </a:lvl8pPr>
            <a:lvl9pPr lvl="8">
              <a:spcBef>
                <a:spcPts val="0"/>
              </a:spcBef>
              <a:spcAft>
                <a:spcPts val="0"/>
              </a:spcAft>
              <a:buClr>
                <a:schemeClr val="lt2"/>
              </a:buClr>
              <a:buSzPts val="2000"/>
              <a:buNone/>
              <a:defRPr sz="2000">
                <a:solidFill>
                  <a:schemeClr val="lt2"/>
                </a:solidFill>
              </a:defRPr>
            </a:lvl9pPr>
          </a:lstStyle>
          <a:p/>
        </p:txBody>
      </p:sp>
      <p:sp>
        <p:nvSpPr>
          <p:cNvPr id="46" name="Google Shape;46;p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2000"/>
              <a:buNone/>
              <a:defRPr sz="2000">
                <a:solidFill>
                  <a:schemeClr val="lt2"/>
                </a:solidFill>
              </a:defRPr>
            </a:lvl1pPr>
            <a:lvl2pPr lvl="1">
              <a:spcBef>
                <a:spcPts val="0"/>
              </a:spcBef>
              <a:spcAft>
                <a:spcPts val="0"/>
              </a:spcAft>
              <a:buClr>
                <a:schemeClr val="lt2"/>
              </a:buClr>
              <a:buSzPts val="2000"/>
              <a:buNone/>
              <a:defRPr sz="2000">
                <a:solidFill>
                  <a:schemeClr val="lt2"/>
                </a:solidFill>
              </a:defRPr>
            </a:lvl2pPr>
            <a:lvl3pPr lvl="2">
              <a:spcBef>
                <a:spcPts val="0"/>
              </a:spcBef>
              <a:spcAft>
                <a:spcPts val="0"/>
              </a:spcAft>
              <a:buClr>
                <a:schemeClr val="lt2"/>
              </a:buClr>
              <a:buSzPts val="2000"/>
              <a:buNone/>
              <a:defRPr sz="2000">
                <a:solidFill>
                  <a:schemeClr val="lt2"/>
                </a:solidFill>
              </a:defRPr>
            </a:lvl3pPr>
            <a:lvl4pPr lvl="3">
              <a:spcBef>
                <a:spcPts val="0"/>
              </a:spcBef>
              <a:spcAft>
                <a:spcPts val="0"/>
              </a:spcAft>
              <a:buClr>
                <a:schemeClr val="lt2"/>
              </a:buClr>
              <a:buSzPts val="2000"/>
              <a:buNone/>
              <a:defRPr sz="2000">
                <a:solidFill>
                  <a:schemeClr val="lt2"/>
                </a:solidFill>
              </a:defRPr>
            </a:lvl4pPr>
            <a:lvl5pPr lvl="4">
              <a:spcBef>
                <a:spcPts val="0"/>
              </a:spcBef>
              <a:spcAft>
                <a:spcPts val="0"/>
              </a:spcAft>
              <a:buClr>
                <a:schemeClr val="lt2"/>
              </a:buClr>
              <a:buSzPts val="2000"/>
              <a:buNone/>
              <a:defRPr sz="2000">
                <a:solidFill>
                  <a:schemeClr val="lt2"/>
                </a:solidFill>
              </a:defRPr>
            </a:lvl5pPr>
            <a:lvl6pPr lvl="5">
              <a:spcBef>
                <a:spcPts val="0"/>
              </a:spcBef>
              <a:spcAft>
                <a:spcPts val="0"/>
              </a:spcAft>
              <a:buClr>
                <a:schemeClr val="lt2"/>
              </a:buClr>
              <a:buSzPts val="2000"/>
              <a:buNone/>
              <a:defRPr sz="2000">
                <a:solidFill>
                  <a:schemeClr val="lt2"/>
                </a:solidFill>
              </a:defRPr>
            </a:lvl6pPr>
            <a:lvl7pPr lvl="6">
              <a:spcBef>
                <a:spcPts val="0"/>
              </a:spcBef>
              <a:spcAft>
                <a:spcPts val="0"/>
              </a:spcAft>
              <a:buClr>
                <a:schemeClr val="lt2"/>
              </a:buClr>
              <a:buSzPts val="2000"/>
              <a:buNone/>
              <a:defRPr sz="2000">
                <a:solidFill>
                  <a:schemeClr val="lt2"/>
                </a:solidFill>
              </a:defRPr>
            </a:lvl7pPr>
            <a:lvl8pPr lvl="7">
              <a:spcBef>
                <a:spcPts val="0"/>
              </a:spcBef>
              <a:spcAft>
                <a:spcPts val="0"/>
              </a:spcAft>
              <a:buClr>
                <a:schemeClr val="lt2"/>
              </a:buClr>
              <a:buSzPts val="2000"/>
              <a:buNone/>
              <a:defRPr sz="2000">
                <a:solidFill>
                  <a:schemeClr val="lt2"/>
                </a:solidFill>
              </a:defRPr>
            </a:lvl8pPr>
            <a:lvl9pPr lvl="8">
              <a:spcBef>
                <a:spcPts val="0"/>
              </a:spcBef>
              <a:spcAft>
                <a:spcPts val="0"/>
              </a:spcAft>
              <a:buClr>
                <a:schemeClr val="lt2"/>
              </a:buClr>
              <a:buSzPts val="2000"/>
              <a:buNone/>
              <a:defRPr sz="2000">
                <a:solidFill>
                  <a:schemeClr val="lt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etails">
  <p:cSld name="TITLE_1">
    <p:bg>
      <p:bgPr>
        <a:solidFill>
          <a:schemeClr val="lt2"/>
        </a:solidFill>
      </p:bgPr>
    </p:bg>
    <p:spTree>
      <p:nvGrpSpPr>
        <p:cNvPr id="47" name="Shape 47"/>
        <p:cNvGrpSpPr/>
        <p:nvPr/>
      </p:nvGrpSpPr>
      <p:grpSpPr>
        <a:xfrm>
          <a:off x="0" y="0"/>
          <a:ext cx="0" cy="0"/>
          <a:chOff x="0" y="0"/>
          <a:chExt cx="0" cy="0"/>
        </a:xfrm>
      </p:grpSpPr>
      <p:sp>
        <p:nvSpPr>
          <p:cNvPr id="48" name="Google Shape;48;p6"/>
          <p:cNvSpPr/>
          <p:nvPr/>
        </p:nvSpPr>
        <p:spPr>
          <a:xfrm>
            <a:off x="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 name="Google Shape;49;p6"/>
          <p:cNvSpPr txBox="1"/>
          <p:nvPr>
            <p:ph idx="1" type="subTitle"/>
          </p:nvPr>
        </p:nvSpPr>
        <p:spPr>
          <a:xfrm>
            <a:off x="2418125" y="2878925"/>
            <a:ext cx="5325600" cy="745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2000"/>
              <a:buFont typeface="Plus Jakarta Sans Medium"/>
              <a:buNone/>
              <a:defRPr sz="2000">
                <a:solidFill>
                  <a:schemeClr val="accent2"/>
                </a:solidFill>
              </a:defRPr>
            </a:lvl1pPr>
            <a:lvl2pPr lvl="1" algn="l">
              <a:spcBef>
                <a:spcPts val="0"/>
              </a:spcBef>
              <a:spcAft>
                <a:spcPts val="0"/>
              </a:spcAft>
              <a:buClr>
                <a:schemeClr val="accent2"/>
              </a:buClr>
              <a:buSzPts val="2000"/>
              <a:buFont typeface="Plus Jakarta Sans Medium"/>
              <a:buNone/>
              <a:defRPr sz="2000">
                <a:solidFill>
                  <a:schemeClr val="accent2"/>
                </a:solidFill>
              </a:defRPr>
            </a:lvl2pPr>
            <a:lvl3pPr lvl="2" algn="l">
              <a:spcBef>
                <a:spcPts val="0"/>
              </a:spcBef>
              <a:spcAft>
                <a:spcPts val="0"/>
              </a:spcAft>
              <a:buClr>
                <a:schemeClr val="accent2"/>
              </a:buClr>
              <a:buSzPts val="2000"/>
              <a:buFont typeface="Plus Jakarta Sans Medium"/>
              <a:buNone/>
              <a:defRPr sz="2000">
                <a:solidFill>
                  <a:schemeClr val="accent2"/>
                </a:solidFill>
              </a:defRPr>
            </a:lvl3pPr>
            <a:lvl4pPr lvl="3" algn="l">
              <a:spcBef>
                <a:spcPts val="0"/>
              </a:spcBef>
              <a:spcAft>
                <a:spcPts val="0"/>
              </a:spcAft>
              <a:buClr>
                <a:schemeClr val="accent2"/>
              </a:buClr>
              <a:buSzPts val="2000"/>
              <a:buFont typeface="Plus Jakarta Sans Medium"/>
              <a:buNone/>
              <a:defRPr sz="2000">
                <a:solidFill>
                  <a:schemeClr val="accent2"/>
                </a:solidFill>
              </a:defRPr>
            </a:lvl4pPr>
            <a:lvl5pPr lvl="4" algn="l">
              <a:spcBef>
                <a:spcPts val="0"/>
              </a:spcBef>
              <a:spcAft>
                <a:spcPts val="0"/>
              </a:spcAft>
              <a:buClr>
                <a:schemeClr val="accent2"/>
              </a:buClr>
              <a:buSzPts val="2000"/>
              <a:buFont typeface="Plus Jakarta Sans Medium"/>
              <a:buNone/>
              <a:defRPr sz="2000">
                <a:solidFill>
                  <a:schemeClr val="accent2"/>
                </a:solidFill>
              </a:defRPr>
            </a:lvl5pPr>
            <a:lvl6pPr lvl="5" algn="l">
              <a:spcBef>
                <a:spcPts val="0"/>
              </a:spcBef>
              <a:spcAft>
                <a:spcPts val="0"/>
              </a:spcAft>
              <a:buClr>
                <a:schemeClr val="accent2"/>
              </a:buClr>
              <a:buSzPts val="2000"/>
              <a:buFont typeface="Plus Jakarta Sans Medium"/>
              <a:buNone/>
              <a:defRPr sz="2000">
                <a:solidFill>
                  <a:schemeClr val="accent2"/>
                </a:solidFill>
              </a:defRPr>
            </a:lvl6pPr>
            <a:lvl7pPr lvl="6" algn="l">
              <a:spcBef>
                <a:spcPts val="0"/>
              </a:spcBef>
              <a:spcAft>
                <a:spcPts val="0"/>
              </a:spcAft>
              <a:buClr>
                <a:schemeClr val="accent2"/>
              </a:buClr>
              <a:buSzPts val="2000"/>
              <a:buFont typeface="Plus Jakarta Sans Medium"/>
              <a:buNone/>
              <a:defRPr sz="2000">
                <a:solidFill>
                  <a:schemeClr val="accent2"/>
                </a:solidFill>
              </a:defRPr>
            </a:lvl7pPr>
            <a:lvl8pPr lvl="7" algn="l">
              <a:spcBef>
                <a:spcPts val="0"/>
              </a:spcBef>
              <a:spcAft>
                <a:spcPts val="0"/>
              </a:spcAft>
              <a:buClr>
                <a:schemeClr val="accent2"/>
              </a:buClr>
              <a:buSzPts val="2000"/>
              <a:buFont typeface="Plus Jakarta Sans Medium"/>
              <a:buNone/>
              <a:defRPr sz="2000">
                <a:solidFill>
                  <a:schemeClr val="accent2"/>
                </a:solidFill>
              </a:defRPr>
            </a:lvl8pPr>
            <a:lvl9pPr lvl="8" algn="l">
              <a:spcBef>
                <a:spcPts val="0"/>
              </a:spcBef>
              <a:spcAft>
                <a:spcPts val="0"/>
              </a:spcAft>
              <a:buClr>
                <a:schemeClr val="accent2"/>
              </a:buClr>
              <a:buSzPts val="2000"/>
              <a:buFont typeface="Plus Jakarta Sans Medium"/>
              <a:buNone/>
              <a:defRPr sz="2000">
                <a:solidFill>
                  <a:schemeClr val="accent2"/>
                </a:solidFill>
              </a:defRPr>
            </a:lvl9pPr>
          </a:lstStyle>
          <a:p/>
        </p:txBody>
      </p:sp>
      <p:sp>
        <p:nvSpPr>
          <p:cNvPr id="50" name="Google Shape;5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6"/>
          <p:cNvSpPr/>
          <p:nvPr/>
        </p:nvSpPr>
        <p:spPr>
          <a:xfrm>
            <a:off x="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2" name="Google Shape;52;p6"/>
          <p:cNvSpPr/>
          <p:nvPr/>
        </p:nvSpPr>
        <p:spPr>
          <a:xfrm>
            <a:off x="257100" y="3085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6"/>
          <p:cNvSpPr/>
          <p:nvPr/>
        </p:nvSpPr>
        <p:spPr>
          <a:xfrm>
            <a:off x="257100" y="16752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 name="Google Shape;54;p6"/>
          <p:cNvSpPr/>
          <p:nvPr/>
        </p:nvSpPr>
        <p:spPr>
          <a:xfrm>
            <a:off x="103650" y="224327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6"/>
          <p:cNvSpPr/>
          <p:nvPr/>
        </p:nvSpPr>
        <p:spPr>
          <a:xfrm>
            <a:off x="442050" y="23782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6"/>
          <p:cNvSpPr/>
          <p:nvPr/>
        </p:nvSpPr>
        <p:spPr>
          <a:xfrm rot="5400000">
            <a:off x="805497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6"/>
          <p:cNvSpPr/>
          <p:nvPr/>
        </p:nvSpPr>
        <p:spPr>
          <a:xfrm rot="10800000">
            <a:off x="805497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8" name="Google Shape;58;p6"/>
          <p:cNvGrpSpPr/>
          <p:nvPr/>
        </p:nvGrpSpPr>
        <p:grpSpPr>
          <a:xfrm>
            <a:off x="1249800" y="76325"/>
            <a:ext cx="7808400" cy="5067300"/>
            <a:chOff x="1249800" y="76325"/>
            <a:chExt cx="7808400" cy="5067300"/>
          </a:xfrm>
        </p:grpSpPr>
        <p:cxnSp>
          <p:nvCxnSpPr>
            <p:cNvPr id="59" name="Google Shape;59;p6"/>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60" name="Google Shape;60;p6"/>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61" name="Google Shape;61;p6"/>
          <p:cNvGrpSpPr/>
          <p:nvPr/>
        </p:nvGrpSpPr>
        <p:grpSpPr>
          <a:xfrm>
            <a:off x="1249800" y="162125"/>
            <a:ext cx="7722600" cy="4981500"/>
            <a:chOff x="1249800" y="162125"/>
            <a:chExt cx="7722600" cy="4981500"/>
          </a:xfrm>
        </p:grpSpPr>
        <p:cxnSp>
          <p:nvCxnSpPr>
            <p:cNvPr id="62" name="Google Shape;62;p6"/>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63" name="Google Shape;63;p6"/>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64" name="Google Shape;64;p6"/>
          <p:cNvGrpSpPr/>
          <p:nvPr/>
        </p:nvGrpSpPr>
        <p:grpSpPr>
          <a:xfrm>
            <a:off x="1249800" y="247925"/>
            <a:ext cx="7636800" cy="4895700"/>
            <a:chOff x="1249800" y="247925"/>
            <a:chExt cx="7636800" cy="4895700"/>
          </a:xfrm>
        </p:grpSpPr>
        <p:cxnSp>
          <p:nvCxnSpPr>
            <p:cNvPr id="65" name="Google Shape;65;p6"/>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66" name="Google Shape;66;p6"/>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67" name="Google Shape;67;p6"/>
          <p:cNvSpPr txBox="1"/>
          <p:nvPr>
            <p:ph type="ctrTitle"/>
          </p:nvPr>
        </p:nvSpPr>
        <p:spPr>
          <a:xfrm>
            <a:off x="2418125" y="1304525"/>
            <a:ext cx="5325600" cy="15747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Font typeface="STIX Two Text SemiBold"/>
              <a:buNone/>
              <a:defRPr sz="48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
        <p:nvSpPr>
          <p:cNvPr id="68" name="Google Shape;68;p6"/>
          <p:cNvSpPr txBox="1"/>
          <p:nvPr>
            <p:ph idx="2" type="subTitle"/>
          </p:nvPr>
        </p:nvSpPr>
        <p:spPr>
          <a:xfrm>
            <a:off x="2418125" y="3777425"/>
            <a:ext cx="2198100" cy="256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1pPr>
            <a:lvl2pPr lvl="1"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2pPr>
            <a:lvl3pPr lvl="2"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3pPr>
            <a:lvl4pPr lvl="3"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4pPr>
            <a:lvl5pPr lvl="4"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5pPr>
            <a:lvl6pPr lvl="5"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6pPr>
            <a:lvl7pPr lvl="6"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7pPr>
            <a:lvl8pPr lvl="7"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8pPr>
            <a:lvl9pPr lvl="8"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9pPr>
          </a:lstStyle>
          <a:p/>
        </p:txBody>
      </p:sp>
      <p:sp>
        <p:nvSpPr>
          <p:cNvPr id="69" name="Google Shape;69;p6"/>
          <p:cNvSpPr txBox="1"/>
          <p:nvPr>
            <p:ph idx="3" type="subTitle"/>
          </p:nvPr>
        </p:nvSpPr>
        <p:spPr>
          <a:xfrm>
            <a:off x="5545625" y="3777425"/>
            <a:ext cx="2198100" cy="256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1pPr>
            <a:lvl2pPr lvl="1"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2pPr>
            <a:lvl3pPr lvl="2"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3pPr>
            <a:lvl4pPr lvl="3"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4pPr>
            <a:lvl5pPr lvl="4"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5pPr>
            <a:lvl6pPr lvl="5"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6pPr>
            <a:lvl7pPr lvl="6"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7pPr>
            <a:lvl8pPr lvl="7"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8pPr>
            <a:lvl9pPr lvl="8"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9pPr>
          </a:lstStyle>
          <a:p/>
        </p:txBody>
      </p:sp>
      <p:sp>
        <p:nvSpPr>
          <p:cNvPr id="70" name="Google Shape;70;p6"/>
          <p:cNvSpPr txBox="1"/>
          <p:nvPr>
            <p:ph idx="4" type="subTitle"/>
          </p:nvPr>
        </p:nvSpPr>
        <p:spPr>
          <a:xfrm rot="-5400000">
            <a:off x="-225675" y="945575"/>
            <a:ext cx="1701300" cy="3315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71" name="Google Shape;71;p6"/>
          <p:cNvSpPr txBox="1"/>
          <p:nvPr>
            <p:ph idx="5" type="subTitle"/>
          </p:nvPr>
        </p:nvSpPr>
        <p:spPr>
          <a:xfrm rot="-5400000">
            <a:off x="-225675" y="3868125"/>
            <a:ext cx="1701300" cy="331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72" name="Google Shape;72;p6"/>
          <p:cNvSpPr txBox="1"/>
          <p:nvPr>
            <p:ph idx="6" type="body"/>
          </p:nvPr>
        </p:nvSpPr>
        <p:spPr>
          <a:xfrm>
            <a:off x="2418125" y="4033925"/>
            <a:ext cx="2198100" cy="86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1pPr>
            <a:lvl2pPr indent="-304800" lvl="1" marL="914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2pPr>
            <a:lvl3pPr indent="-304800" lvl="2" marL="1371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3pPr>
            <a:lvl4pPr indent="-304800" lvl="3" marL="1828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4pPr>
            <a:lvl5pPr indent="-304800" lvl="4" marL="22860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5pPr>
            <a:lvl6pPr indent="-304800" lvl="5" marL="2743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6pPr>
            <a:lvl7pPr indent="-304800" lvl="6" marL="3200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7pPr>
            <a:lvl8pPr indent="-304800" lvl="7" marL="3657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8pPr>
            <a:lvl9pPr indent="-304800" lvl="8" marL="4114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9pPr>
          </a:lstStyle>
          <a:p/>
        </p:txBody>
      </p:sp>
      <p:sp>
        <p:nvSpPr>
          <p:cNvPr id="73" name="Google Shape;73;p6"/>
          <p:cNvSpPr txBox="1"/>
          <p:nvPr>
            <p:ph idx="7" type="body"/>
          </p:nvPr>
        </p:nvSpPr>
        <p:spPr>
          <a:xfrm>
            <a:off x="5545613" y="4033925"/>
            <a:ext cx="2198100" cy="86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1pPr>
            <a:lvl2pPr indent="-304800" lvl="1" marL="914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2pPr>
            <a:lvl3pPr indent="-304800" lvl="2" marL="1371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3pPr>
            <a:lvl4pPr indent="-304800" lvl="3" marL="1828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4pPr>
            <a:lvl5pPr indent="-304800" lvl="4" marL="22860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5pPr>
            <a:lvl6pPr indent="-304800" lvl="5" marL="2743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6pPr>
            <a:lvl7pPr indent="-304800" lvl="6" marL="3200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7pPr>
            <a:lvl8pPr indent="-304800" lvl="7" marL="3657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8pPr>
            <a:lvl9pPr indent="-304800" lvl="8" marL="4114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74" name="Shape 74"/>
        <p:cNvGrpSpPr/>
        <p:nvPr/>
      </p:nvGrpSpPr>
      <p:grpSpPr>
        <a:xfrm>
          <a:off x="0" y="0"/>
          <a:ext cx="0" cy="0"/>
          <a:chOff x="0" y="0"/>
          <a:chExt cx="0" cy="0"/>
        </a:xfrm>
      </p:grpSpPr>
      <p:grpSp>
        <p:nvGrpSpPr>
          <p:cNvPr id="75" name="Google Shape;75;p7"/>
          <p:cNvGrpSpPr/>
          <p:nvPr/>
        </p:nvGrpSpPr>
        <p:grpSpPr>
          <a:xfrm>
            <a:off x="0" y="455100"/>
            <a:ext cx="9144000" cy="4519401"/>
            <a:chOff x="0" y="455100"/>
            <a:chExt cx="9144000" cy="4519401"/>
          </a:xfrm>
        </p:grpSpPr>
        <p:sp>
          <p:nvSpPr>
            <p:cNvPr id="76" name="Google Shape;76;p7"/>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7"/>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 name="Google Shape;79;p7"/>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0" name="Google Shape;80;p7"/>
          <p:cNvSpPr txBox="1"/>
          <p:nvPr>
            <p:ph idx="1" type="subTitle"/>
          </p:nvPr>
        </p:nvSpPr>
        <p:spPr>
          <a:xfrm>
            <a:off x="4837750" y="766750"/>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7"/>
          <p:cNvSpPr txBox="1"/>
          <p:nvPr>
            <p:ph idx="2" type="subTitle"/>
          </p:nvPr>
        </p:nvSpPr>
        <p:spPr>
          <a:xfrm>
            <a:off x="4837750" y="1099491"/>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7"/>
          <p:cNvSpPr txBox="1"/>
          <p:nvPr>
            <p:ph idx="3" type="subTitle"/>
          </p:nvPr>
        </p:nvSpPr>
        <p:spPr>
          <a:xfrm>
            <a:off x="4837750" y="1432233"/>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7"/>
          <p:cNvSpPr txBox="1"/>
          <p:nvPr>
            <p:ph idx="4" type="subTitle"/>
          </p:nvPr>
        </p:nvSpPr>
        <p:spPr>
          <a:xfrm>
            <a:off x="4837750" y="1764974"/>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7"/>
          <p:cNvSpPr txBox="1"/>
          <p:nvPr>
            <p:ph idx="5" type="subTitle"/>
          </p:nvPr>
        </p:nvSpPr>
        <p:spPr>
          <a:xfrm>
            <a:off x="4837750" y="2097715"/>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7"/>
          <p:cNvSpPr txBox="1"/>
          <p:nvPr>
            <p:ph idx="6" type="subTitle"/>
          </p:nvPr>
        </p:nvSpPr>
        <p:spPr>
          <a:xfrm>
            <a:off x="4837750" y="2430456"/>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7"/>
          <p:cNvSpPr txBox="1"/>
          <p:nvPr>
            <p:ph idx="7" type="subTitle"/>
          </p:nvPr>
        </p:nvSpPr>
        <p:spPr>
          <a:xfrm>
            <a:off x="4837750" y="276319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7"/>
          <p:cNvSpPr txBox="1"/>
          <p:nvPr>
            <p:ph idx="8" type="subTitle"/>
          </p:nvPr>
        </p:nvSpPr>
        <p:spPr>
          <a:xfrm>
            <a:off x="4837750" y="3095939"/>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7"/>
          <p:cNvSpPr txBox="1"/>
          <p:nvPr>
            <p:ph idx="9" type="subTitle"/>
          </p:nvPr>
        </p:nvSpPr>
        <p:spPr>
          <a:xfrm>
            <a:off x="4837750" y="3428680"/>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7"/>
          <p:cNvSpPr txBox="1"/>
          <p:nvPr>
            <p:ph idx="13" type="subTitle"/>
          </p:nvPr>
        </p:nvSpPr>
        <p:spPr>
          <a:xfrm>
            <a:off x="4837750" y="3761421"/>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7"/>
          <p:cNvSpPr txBox="1"/>
          <p:nvPr>
            <p:ph idx="14" type="subTitle"/>
          </p:nvPr>
        </p:nvSpPr>
        <p:spPr>
          <a:xfrm>
            <a:off x="4837750" y="4094163"/>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92" name="Google Shape;92;p7"/>
          <p:cNvSpPr txBox="1"/>
          <p:nvPr>
            <p:ph idx="15"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93" name="Google Shape;93;p7"/>
          <p:cNvSpPr txBox="1"/>
          <p:nvPr>
            <p:ph idx="16"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94" name="Google Shape;94;p7"/>
          <p:cNvSpPr txBox="1"/>
          <p:nvPr>
            <p:ph hasCustomPrompt="1" idx="17" type="title"/>
          </p:nvPr>
        </p:nvSpPr>
        <p:spPr>
          <a:xfrm>
            <a:off x="8155150" y="10994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95" name="Google Shape;95;p7"/>
          <p:cNvSpPr txBox="1"/>
          <p:nvPr>
            <p:ph hasCustomPrompt="1" idx="18" type="title"/>
          </p:nvPr>
        </p:nvSpPr>
        <p:spPr>
          <a:xfrm>
            <a:off x="8155150" y="143222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96" name="Google Shape;96;p7"/>
          <p:cNvSpPr txBox="1"/>
          <p:nvPr>
            <p:ph hasCustomPrompt="1" idx="19" type="title"/>
          </p:nvPr>
        </p:nvSpPr>
        <p:spPr>
          <a:xfrm>
            <a:off x="8155150" y="176497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97" name="Google Shape;97;p7"/>
          <p:cNvSpPr txBox="1"/>
          <p:nvPr>
            <p:ph hasCustomPrompt="1" idx="20" type="title"/>
          </p:nvPr>
        </p:nvSpPr>
        <p:spPr>
          <a:xfrm>
            <a:off x="8155150" y="2097713"/>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98" name="Google Shape;98;p7"/>
          <p:cNvSpPr txBox="1"/>
          <p:nvPr>
            <p:ph hasCustomPrompt="1" idx="21" type="title"/>
          </p:nvPr>
        </p:nvSpPr>
        <p:spPr>
          <a:xfrm>
            <a:off x="8155150" y="243043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99" name="Google Shape;99;p7"/>
          <p:cNvSpPr txBox="1"/>
          <p:nvPr>
            <p:ph hasCustomPrompt="1" idx="22" type="title"/>
          </p:nvPr>
        </p:nvSpPr>
        <p:spPr>
          <a:xfrm>
            <a:off x="8155150" y="27631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00" name="Google Shape;100;p7"/>
          <p:cNvSpPr txBox="1"/>
          <p:nvPr>
            <p:ph hasCustomPrompt="1" idx="23" type="title"/>
          </p:nvPr>
        </p:nvSpPr>
        <p:spPr>
          <a:xfrm>
            <a:off x="8155150" y="309592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01" name="Google Shape;101;p7"/>
          <p:cNvSpPr txBox="1"/>
          <p:nvPr>
            <p:ph hasCustomPrompt="1" idx="24" type="title"/>
          </p:nvPr>
        </p:nvSpPr>
        <p:spPr>
          <a:xfrm>
            <a:off x="8155150" y="34286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02" name="Google Shape;102;p7"/>
          <p:cNvSpPr txBox="1"/>
          <p:nvPr>
            <p:ph hasCustomPrompt="1" idx="25" type="title"/>
          </p:nvPr>
        </p:nvSpPr>
        <p:spPr>
          <a:xfrm>
            <a:off x="8155150" y="3761400"/>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03" name="Google Shape;103;p7"/>
          <p:cNvSpPr txBox="1"/>
          <p:nvPr>
            <p:ph hasCustomPrompt="1" idx="26" type="title"/>
          </p:nvPr>
        </p:nvSpPr>
        <p:spPr>
          <a:xfrm>
            <a:off x="8155150" y="4094150"/>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04" name="Google Shape;104;p7"/>
          <p:cNvSpPr txBox="1"/>
          <p:nvPr>
            <p:ph hasCustomPrompt="1" idx="27" type="title"/>
          </p:nvPr>
        </p:nvSpPr>
        <p:spPr>
          <a:xfrm>
            <a:off x="8155150" y="766763"/>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105" name="Shape 105"/>
        <p:cNvGrpSpPr/>
        <p:nvPr/>
      </p:nvGrpSpPr>
      <p:grpSpPr>
        <a:xfrm>
          <a:off x="0" y="0"/>
          <a:ext cx="0" cy="0"/>
          <a:chOff x="0" y="0"/>
          <a:chExt cx="0" cy="0"/>
        </a:xfrm>
      </p:grpSpPr>
      <p:grpSp>
        <p:nvGrpSpPr>
          <p:cNvPr id="106" name="Google Shape;106;p8"/>
          <p:cNvGrpSpPr/>
          <p:nvPr/>
        </p:nvGrpSpPr>
        <p:grpSpPr>
          <a:xfrm>
            <a:off x="0" y="455100"/>
            <a:ext cx="9144000" cy="4519401"/>
            <a:chOff x="0" y="455100"/>
            <a:chExt cx="9144000" cy="4519401"/>
          </a:xfrm>
        </p:grpSpPr>
        <p:sp>
          <p:nvSpPr>
            <p:cNvPr id="107" name="Google Shape;107;p8"/>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8"/>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0" name="Google Shape;110;p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11" name="Google Shape;111;p8"/>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2" name="Google Shape;112;p8"/>
          <p:cNvSpPr/>
          <p:nvPr/>
        </p:nvSpPr>
        <p:spPr>
          <a:xfrm rot="10800000">
            <a:off x="4795425" y="10306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8"/>
          <p:cNvSpPr txBox="1"/>
          <p:nvPr>
            <p:ph idx="1" type="subTitle"/>
          </p:nvPr>
        </p:nvSpPr>
        <p:spPr>
          <a:xfrm>
            <a:off x="4931528" y="11084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4" name="Google Shape;114;p8"/>
          <p:cNvSpPr/>
          <p:nvPr/>
        </p:nvSpPr>
        <p:spPr>
          <a:xfrm rot="10800000">
            <a:off x="4795425" y="15594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8"/>
          <p:cNvSpPr txBox="1"/>
          <p:nvPr>
            <p:ph idx="2" type="subTitle"/>
          </p:nvPr>
        </p:nvSpPr>
        <p:spPr>
          <a:xfrm>
            <a:off x="4931528" y="16372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116" name="Google Shape;116;p8"/>
          <p:cNvSpPr/>
          <p:nvPr/>
        </p:nvSpPr>
        <p:spPr>
          <a:xfrm rot="10800000">
            <a:off x="4795425" y="20882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8"/>
          <p:cNvSpPr txBox="1"/>
          <p:nvPr>
            <p:ph idx="3" type="subTitle"/>
          </p:nvPr>
        </p:nvSpPr>
        <p:spPr>
          <a:xfrm>
            <a:off x="4931528" y="21660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18" name="Google Shape;118;p8"/>
          <p:cNvSpPr/>
          <p:nvPr/>
        </p:nvSpPr>
        <p:spPr>
          <a:xfrm rot="10800000">
            <a:off x="4795425" y="26170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8"/>
          <p:cNvSpPr txBox="1"/>
          <p:nvPr>
            <p:ph idx="4" type="subTitle"/>
          </p:nvPr>
        </p:nvSpPr>
        <p:spPr>
          <a:xfrm>
            <a:off x="4931528" y="26948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120" name="Google Shape;120;p8"/>
          <p:cNvSpPr/>
          <p:nvPr/>
        </p:nvSpPr>
        <p:spPr>
          <a:xfrm rot="10800000">
            <a:off x="4795425" y="31458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8"/>
          <p:cNvSpPr txBox="1"/>
          <p:nvPr>
            <p:ph idx="5" type="subTitle"/>
          </p:nvPr>
        </p:nvSpPr>
        <p:spPr>
          <a:xfrm>
            <a:off x="4931528" y="32236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22" name="Google Shape;122;p8"/>
          <p:cNvSpPr/>
          <p:nvPr/>
        </p:nvSpPr>
        <p:spPr>
          <a:xfrm rot="10800000">
            <a:off x="4795425" y="36746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8"/>
          <p:cNvSpPr txBox="1"/>
          <p:nvPr>
            <p:ph idx="6" type="subTitle"/>
          </p:nvPr>
        </p:nvSpPr>
        <p:spPr>
          <a:xfrm>
            <a:off x="4931528" y="37524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SECTION_HEADER_1">
    <p:spTree>
      <p:nvGrpSpPr>
        <p:cNvPr id="124" name="Shape 124"/>
        <p:cNvGrpSpPr/>
        <p:nvPr/>
      </p:nvGrpSpPr>
      <p:grpSpPr>
        <a:xfrm>
          <a:off x="0" y="0"/>
          <a:ext cx="0" cy="0"/>
          <a:chOff x="0" y="0"/>
          <a:chExt cx="0" cy="0"/>
        </a:xfrm>
      </p:grpSpPr>
      <p:grpSp>
        <p:nvGrpSpPr>
          <p:cNvPr id="125" name="Google Shape;125;p9"/>
          <p:cNvGrpSpPr/>
          <p:nvPr/>
        </p:nvGrpSpPr>
        <p:grpSpPr>
          <a:xfrm>
            <a:off x="0" y="455100"/>
            <a:ext cx="9144000" cy="4519401"/>
            <a:chOff x="0" y="455100"/>
            <a:chExt cx="9144000" cy="4519401"/>
          </a:xfrm>
        </p:grpSpPr>
        <p:sp>
          <p:nvSpPr>
            <p:cNvPr id="126" name="Google Shape;126;p9"/>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9"/>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 name="Google Shape;129;p9"/>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3000"/>
              <a:buFont typeface="STIX Two Text SemiBold"/>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0" name="Google Shape;130;p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31" name="Google Shape;131;p9"/>
          <p:cNvSpPr txBox="1"/>
          <p:nvPr>
            <p:ph idx="1" type="body"/>
          </p:nvPr>
        </p:nvSpPr>
        <p:spPr>
          <a:xfrm>
            <a:off x="4829450" y="1385875"/>
            <a:ext cx="3849300" cy="23718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CUSTOM_1">
    <p:spTree>
      <p:nvGrpSpPr>
        <p:cNvPr id="132" name="Shape 132"/>
        <p:cNvGrpSpPr/>
        <p:nvPr/>
      </p:nvGrpSpPr>
      <p:grpSpPr>
        <a:xfrm>
          <a:off x="0" y="0"/>
          <a:ext cx="0" cy="0"/>
          <a:chOff x="0" y="0"/>
          <a:chExt cx="0" cy="0"/>
        </a:xfrm>
      </p:grpSpPr>
      <p:grpSp>
        <p:nvGrpSpPr>
          <p:cNvPr id="133" name="Google Shape;133;p10"/>
          <p:cNvGrpSpPr/>
          <p:nvPr/>
        </p:nvGrpSpPr>
        <p:grpSpPr>
          <a:xfrm>
            <a:off x="0" y="455100"/>
            <a:ext cx="9144000" cy="4519401"/>
            <a:chOff x="0" y="455100"/>
            <a:chExt cx="9144000" cy="4519401"/>
          </a:xfrm>
        </p:grpSpPr>
        <p:sp>
          <p:nvSpPr>
            <p:cNvPr id="134" name="Google Shape;134;p1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7" name="Google Shape;137;p1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38" name="Google Shape;138;p10"/>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9" name="Google Shape;139;p10"/>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140" name="Google Shape;140;p10"/>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141" name="Google Shape;141;p10"/>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3">
    <p:spTree>
      <p:nvGrpSpPr>
        <p:cNvPr id="142" name="Shape 142"/>
        <p:cNvGrpSpPr/>
        <p:nvPr/>
      </p:nvGrpSpPr>
      <p:grpSpPr>
        <a:xfrm>
          <a:off x="0" y="0"/>
          <a:ext cx="0" cy="0"/>
          <a:chOff x="0" y="0"/>
          <a:chExt cx="0" cy="0"/>
        </a:xfrm>
      </p:grpSpPr>
      <p:grpSp>
        <p:nvGrpSpPr>
          <p:cNvPr id="143" name="Google Shape;143;p11"/>
          <p:cNvGrpSpPr/>
          <p:nvPr/>
        </p:nvGrpSpPr>
        <p:grpSpPr>
          <a:xfrm>
            <a:off x="0" y="455100"/>
            <a:ext cx="9144000" cy="4519401"/>
            <a:chOff x="0" y="455100"/>
            <a:chExt cx="9144000" cy="4519401"/>
          </a:xfrm>
        </p:grpSpPr>
        <p:sp>
          <p:nvSpPr>
            <p:cNvPr id="144" name="Google Shape;144;p11"/>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1"/>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7" name="Google Shape;147;p1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48" name="Google Shape;148;p11"/>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9" name="Google Shape;149;p11"/>
          <p:cNvSpPr txBox="1"/>
          <p:nvPr>
            <p:ph idx="1"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2">
    <p:spTree>
      <p:nvGrpSpPr>
        <p:cNvPr id="150" name="Shape 150"/>
        <p:cNvGrpSpPr/>
        <p:nvPr/>
      </p:nvGrpSpPr>
      <p:grpSpPr>
        <a:xfrm>
          <a:off x="0" y="0"/>
          <a:ext cx="0" cy="0"/>
          <a:chOff x="0" y="0"/>
          <a:chExt cx="0" cy="0"/>
        </a:xfrm>
      </p:grpSpPr>
      <p:grpSp>
        <p:nvGrpSpPr>
          <p:cNvPr id="151" name="Google Shape;151;p12"/>
          <p:cNvGrpSpPr/>
          <p:nvPr/>
        </p:nvGrpSpPr>
        <p:grpSpPr>
          <a:xfrm>
            <a:off x="0" y="455100"/>
            <a:ext cx="9144000" cy="4519401"/>
            <a:chOff x="0" y="455100"/>
            <a:chExt cx="9144000" cy="4519401"/>
          </a:xfrm>
        </p:grpSpPr>
        <p:sp>
          <p:nvSpPr>
            <p:cNvPr id="152" name="Google Shape;152;p1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5" name="Google Shape;155;p1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156" name="Google Shape;156;p12"/>
          <p:cNvGrpSpPr/>
          <p:nvPr/>
        </p:nvGrpSpPr>
        <p:grpSpPr>
          <a:xfrm>
            <a:off x="352550" y="0"/>
            <a:ext cx="640200" cy="4039455"/>
            <a:chOff x="3245525" y="0"/>
            <a:chExt cx="640200" cy="4306455"/>
          </a:xfrm>
        </p:grpSpPr>
        <p:sp>
          <p:nvSpPr>
            <p:cNvPr id="157" name="Google Shape;157;p12"/>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2"/>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9" name="Google Shape;159;p12"/>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2_1">
    <p:spTree>
      <p:nvGrpSpPr>
        <p:cNvPr id="160" name="Shape 160"/>
        <p:cNvGrpSpPr/>
        <p:nvPr/>
      </p:nvGrpSpPr>
      <p:grpSpPr>
        <a:xfrm>
          <a:off x="0" y="0"/>
          <a:ext cx="0" cy="0"/>
          <a:chOff x="0" y="0"/>
          <a:chExt cx="0" cy="0"/>
        </a:xfrm>
      </p:grpSpPr>
      <p:grpSp>
        <p:nvGrpSpPr>
          <p:cNvPr id="161" name="Google Shape;161;p13"/>
          <p:cNvGrpSpPr/>
          <p:nvPr/>
        </p:nvGrpSpPr>
        <p:grpSpPr>
          <a:xfrm>
            <a:off x="0" y="455100"/>
            <a:ext cx="9144000" cy="4519401"/>
            <a:chOff x="0" y="455100"/>
            <a:chExt cx="9144000" cy="4519401"/>
          </a:xfrm>
        </p:grpSpPr>
        <p:sp>
          <p:nvSpPr>
            <p:cNvPr id="162" name="Google Shape;162;p1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5" name="Google Shape;165;p1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66" name="Google Shape;166;p13"/>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with footer">
  <p:cSld name="CUSTOM_1_2_1_1">
    <p:spTree>
      <p:nvGrpSpPr>
        <p:cNvPr id="167" name="Shape 167"/>
        <p:cNvGrpSpPr/>
        <p:nvPr/>
      </p:nvGrpSpPr>
      <p:grpSpPr>
        <a:xfrm>
          <a:off x="0" y="0"/>
          <a:ext cx="0" cy="0"/>
          <a:chOff x="0" y="0"/>
          <a:chExt cx="0" cy="0"/>
        </a:xfrm>
      </p:grpSpPr>
      <p:grpSp>
        <p:nvGrpSpPr>
          <p:cNvPr id="168" name="Google Shape;168;p14"/>
          <p:cNvGrpSpPr/>
          <p:nvPr/>
        </p:nvGrpSpPr>
        <p:grpSpPr>
          <a:xfrm>
            <a:off x="0" y="455100"/>
            <a:ext cx="9144000" cy="4519401"/>
            <a:chOff x="0" y="455100"/>
            <a:chExt cx="9144000" cy="4519401"/>
          </a:xfrm>
        </p:grpSpPr>
        <p:sp>
          <p:nvSpPr>
            <p:cNvPr id="169" name="Google Shape;169;p1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1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73" name="Google Shape;173;p14"/>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174" name="Google Shape;174;p14"/>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175" name="Google Shape;175;p14"/>
          <p:cNvSpPr txBox="1"/>
          <p:nvPr>
            <p:ph idx="3" type="body"/>
          </p:nvPr>
        </p:nvSpPr>
        <p:spPr>
          <a:xfrm>
            <a:off x="5953000" y="21925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 name="Google Shape;176;p14"/>
          <p:cNvSpPr txBox="1"/>
          <p:nvPr>
            <p:ph hasCustomPrompt="1" type="title"/>
          </p:nvPr>
        </p:nvSpPr>
        <p:spPr>
          <a:xfrm>
            <a:off x="457200" y="1106125"/>
            <a:ext cx="4794600" cy="3082500"/>
          </a:xfrm>
          <a:prstGeom prst="rect">
            <a:avLst/>
          </a:prstGeom>
        </p:spPr>
        <p:txBody>
          <a:bodyPr anchorCtr="0" anchor="ctr" bIns="91425" lIns="91425" spcFirstLastPara="1" rIns="91425" wrap="square" tIns="91425">
            <a:noAutofit/>
          </a:bodyPr>
          <a:lstStyle>
            <a:lvl1pPr lvl="0">
              <a:spcBef>
                <a:spcPts val="0"/>
              </a:spcBef>
              <a:spcAft>
                <a:spcPts val="0"/>
              </a:spcAft>
              <a:buSzPts val="20000"/>
              <a:buNone/>
              <a:defRPr sz="20000"/>
            </a:lvl1pPr>
            <a:lvl2pPr lvl="1" algn="ctr">
              <a:spcBef>
                <a:spcPts val="0"/>
              </a:spcBef>
              <a:spcAft>
                <a:spcPts val="0"/>
              </a:spcAft>
              <a:buSzPts val="20000"/>
              <a:buNone/>
              <a:defRPr sz="20000"/>
            </a:lvl2pPr>
            <a:lvl3pPr lvl="2" algn="ctr">
              <a:spcBef>
                <a:spcPts val="0"/>
              </a:spcBef>
              <a:spcAft>
                <a:spcPts val="0"/>
              </a:spcAft>
              <a:buSzPts val="20000"/>
              <a:buNone/>
              <a:defRPr sz="20000"/>
            </a:lvl3pPr>
            <a:lvl4pPr lvl="3" algn="ctr">
              <a:spcBef>
                <a:spcPts val="0"/>
              </a:spcBef>
              <a:spcAft>
                <a:spcPts val="0"/>
              </a:spcAft>
              <a:buSzPts val="20000"/>
              <a:buNone/>
              <a:defRPr sz="20000"/>
            </a:lvl4pPr>
            <a:lvl5pPr lvl="4" algn="ctr">
              <a:spcBef>
                <a:spcPts val="0"/>
              </a:spcBef>
              <a:spcAft>
                <a:spcPts val="0"/>
              </a:spcAft>
              <a:buSzPts val="20000"/>
              <a:buNone/>
              <a:defRPr sz="20000"/>
            </a:lvl5pPr>
            <a:lvl6pPr lvl="5" algn="ctr">
              <a:spcBef>
                <a:spcPts val="0"/>
              </a:spcBef>
              <a:spcAft>
                <a:spcPts val="0"/>
              </a:spcAft>
              <a:buSzPts val="20000"/>
              <a:buNone/>
              <a:defRPr sz="20000"/>
            </a:lvl6pPr>
            <a:lvl7pPr lvl="6" algn="ctr">
              <a:spcBef>
                <a:spcPts val="0"/>
              </a:spcBef>
              <a:spcAft>
                <a:spcPts val="0"/>
              </a:spcAft>
              <a:buSzPts val="20000"/>
              <a:buNone/>
              <a:defRPr sz="20000"/>
            </a:lvl7pPr>
            <a:lvl8pPr lvl="7" algn="ctr">
              <a:spcBef>
                <a:spcPts val="0"/>
              </a:spcBef>
              <a:spcAft>
                <a:spcPts val="0"/>
              </a:spcAft>
              <a:buSzPts val="20000"/>
              <a:buNone/>
              <a:defRPr sz="20000"/>
            </a:lvl8pPr>
            <a:lvl9pPr lvl="8" algn="ctr">
              <a:spcBef>
                <a:spcPts val="0"/>
              </a:spcBef>
              <a:spcAft>
                <a:spcPts val="0"/>
              </a:spcAft>
              <a:buSzPts val="20000"/>
              <a:buNone/>
              <a:defRPr sz="20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2_1_1_1">
    <p:spTree>
      <p:nvGrpSpPr>
        <p:cNvPr id="177" name="Shape 177"/>
        <p:cNvGrpSpPr/>
        <p:nvPr/>
      </p:nvGrpSpPr>
      <p:grpSpPr>
        <a:xfrm>
          <a:off x="0" y="0"/>
          <a:ext cx="0" cy="0"/>
          <a:chOff x="0" y="0"/>
          <a:chExt cx="0" cy="0"/>
        </a:xfrm>
      </p:grpSpPr>
      <p:grpSp>
        <p:nvGrpSpPr>
          <p:cNvPr id="178" name="Google Shape;178;p15"/>
          <p:cNvGrpSpPr/>
          <p:nvPr/>
        </p:nvGrpSpPr>
        <p:grpSpPr>
          <a:xfrm>
            <a:off x="0" y="455100"/>
            <a:ext cx="9144000" cy="4519401"/>
            <a:chOff x="0" y="455100"/>
            <a:chExt cx="9144000" cy="4519401"/>
          </a:xfrm>
        </p:grpSpPr>
        <p:sp>
          <p:nvSpPr>
            <p:cNvPr id="179" name="Google Shape;179;p15"/>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5"/>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2" name="Google Shape;182;p1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83" name="Google Shape;183;p15"/>
          <p:cNvSpPr txBox="1"/>
          <p:nvPr>
            <p:ph hasCustomPrompt="1" type="title"/>
          </p:nvPr>
        </p:nvSpPr>
        <p:spPr>
          <a:xfrm>
            <a:off x="457200" y="1106125"/>
            <a:ext cx="4794600" cy="3082500"/>
          </a:xfrm>
          <a:prstGeom prst="rect">
            <a:avLst/>
          </a:prstGeom>
        </p:spPr>
        <p:txBody>
          <a:bodyPr anchorCtr="0" anchor="ctr" bIns="91425" lIns="91425" spcFirstLastPara="1" rIns="91425" wrap="square" tIns="91425">
            <a:noAutofit/>
          </a:bodyPr>
          <a:lstStyle>
            <a:lvl1pPr lvl="0">
              <a:spcBef>
                <a:spcPts val="0"/>
              </a:spcBef>
              <a:spcAft>
                <a:spcPts val="0"/>
              </a:spcAft>
              <a:buSzPts val="20000"/>
              <a:buNone/>
              <a:defRPr sz="20000"/>
            </a:lvl1pPr>
            <a:lvl2pPr lvl="1" algn="ctr">
              <a:spcBef>
                <a:spcPts val="0"/>
              </a:spcBef>
              <a:spcAft>
                <a:spcPts val="0"/>
              </a:spcAft>
              <a:buSzPts val="20000"/>
              <a:buNone/>
              <a:defRPr sz="20000"/>
            </a:lvl2pPr>
            <a:lvl3pPr lvl="2" algn="ctr">
              <a:spcBef>
                <a:spcPts val="0"/>
              </a:spcBef>
              <a:spcAft>
                <a:spcPts val="0"/>
              </a:spcAft>
              <a:buSzPts val="20000"/>
              <a:buNone/>
              <a:defRPr sz="20000"/>
            </a:lvl3pPr>
            <a:lvl4pPr lvl="3" algn="ctr">
              <a:spcBef>
                <a:spcPts val="0"/>
              </a:spcBef>
              <a:spcAft>
                <a:spcPts val="0"/>
              </a:spcAft>
              <a:buSzPts val="20000"/>
              <a:buNone/>
              <a:defRPr sz="20000"/>
            </a:lvl4pPr>
            <a:lvl5pPr lvl="4" algn="ctr">
              <a:spcBef>
                <a:spcPts val="0"/>
              </a:spcBef>
              <a:spcAft>
                <a:spcPts val="0"/>
              </a:spcAft>
              <a:buSzPts val="20000"/>
              <a:buNone/>
              <a:defRPr sz="20000"/>
            </a:lvl5pPr>
            <a:lvl6pPr lvl="5" algn="ctr">
              <a:spcBef>
                <a:spcPts val="0"/>
              </a:spcBef>
              <a:spcAft>
                <a:spcPts val="0"/>
              </a:spcAft>
              <a:buSzPts val="20000"/>
              <a:buNone/>
              <a:defRPr sz="20000"/>
            </a:lvl6pPr>
            <a:lvl7pPr lvl="6" algn="ctr">
              <a:spcBef>
                <a:spcPts val="0"/>
              </a:spcBef>
              <a:spcAft>
                <a:spcPts val="0"/>
              </a:spcAft>
              <a:buSzPts val="20000"/>
              <a:buNone/>
              <a:defRPr sz="20000"/>
            </a:lvl7pPr>
            <a:lvl8pPr lvl="7" algn="ctr">
              <a:spcBef>
                <a:spcPts val="0"/>
              </a:spcBef>
              <a:spcAft>
                <a:spcPts val="0"/>
              </a:spcAft>
              <a:buSzPts val="20000"/>
              <a:buNone/>
              <a:defRPr sz="20000"/>
            </a:lvl8pPr>
            <a:lvl9pPr lvl="8" algn="ctr">
              <a:spcBef>
                <a:spcPts val="0"/>
              </a:spcBef>
              <a:spcAft>
                <a:spcPts val="0"/>
              </a:spcAft>
              <a:buSzPts val="20000"/>
              <a:buNone/>
              <a:defRPr sz="20000"/>
            </a:lvl9pPr>
          </a:lstStyle>
          <a:p>
            <a:r>
              <a:t>xx%</a:t>
            </a:r>
          </a:p>
        </p:txBody>
      </p:sp>
      <p:sp>
        <p:nvSpPr>
          <p:cNvPr id="184" name="Google Shape;184;p15"/>
          <p:cNvSpPr txBox="1"/>
          <p:nvPr>
            <p:ph idx="1" type="body"/>
          </p:nvPr>
        </p:nvSpPr>
        <p:spPr>
          <a:xfrm>
            <a:off x="5953000" y="21925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footer">
  <p:cSld name="CUSTOM_1_1">
    <p:spTree>
      <p:nvGrpSpPr>
        <p:cNvPr id="185" name="Shape 185"/>
        <p:cNvGrpSpPr/>
        <p:nvPr/>
      </p:nvGrpSpPr>
      <p:grpSpPr>
        <a:xfrm>
          <a:off x="0" y="0"/>
          <a:ext cx="0" cy="0"/>
          <a:chOff x="0" y="0"/>
          <a:chExt cx="0" cy="0"/>
        </a:xfrm>
      </p:grpSpPr>
      <p:grpSp>
        <p:nvGrpSpPr>
          <p:cNvPr id="186" name="Google Shape;186;p16"/>
          <p:cNvGrpSpPr/>
          <p:nvPr/>
        </p:nvGrpSpPr>
        <p:grpSpPr>
          <a:xfrm>
            <a:off x="0" y="455100"/>
            <a:ext cx="9144000" cy="4519401"/>
            <a:chOff x="0" y="455100"/>
            <a:chExt cx="9144000" cy="4519401"/>
          </a:xfrm>
        </p:grpSpPr>
        <p:sp>
          <p:nvSpPr>
            <p:cNvPr id="187" name="Google Shape;187;p16"/>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6"/>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0" name="Google Shape;190;p1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91" name="Google Shape;191;p16"/>
          <p:cNvSpPr txBox="1"/>
          <p:nvPr>
            <p:ph type="title"/>
          </p:nvPr>
        </p:nvSpPr>
        <p:spPr>
          <a:xfrm>
            <a:off x="4829450" y="2249350"/>
            <a:ext cx="3849300" cy="715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2" name="Google Shape;192;p16"/>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193" name="Google Shape;193;p16"/>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194" name="Google Shape;194;p16"/>
          <p:cNvSpPr txBox="1"/>
          <p:nvPr>
            <p:ph idx="3" type="body"/>
          </p:nvPr>
        </p:nvSpPr>
        <p:spPr>
          <a:xfrm>
            <a:off x="4829450" y="3077525"/>
            <a:ext cx="3849300" cy="13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5" name="Google Shape;195;p16"/>
          <p:cNvSpPr txBox="1"/>
          <p:nvPr>
            <p:ph idx="4" type="subTitle"/>
          </p:nvPr>
        </p:nvSpPr>
        <p:spPr>
          <a:xfrm>
            <a:off x="4829450" y="685800"/>
            <a:ext cx="38493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16"/>
          <p:cNvSpPr/>
          <p:nvPr>
            <p:ph idx="5" type="pic"/>
          </p:nvPr>
        </p:nvSpPr>
        <p:spPr>
          <a:xfrm>
            <a:off x="457200" y="685800"/>
            <a:ext cx="3755400" cy="37719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2">
    <p:spTree>
      <p:nvGrpSpPr>
        <p:cNvPr id="197" name="Shape 197"/>
        <p:cNvGrpSpPr/>
        <p:nvPr/>
      </p:nvGrpSpPr>
      <p:grpSpPr>
        <a:xfrm>
          <a:off x="0" y="0"/>
          <a:ext cx="0" cy="0"/>
          <a:chOff x="0" y="0"/>
          <a:chExt cx="0" cy="0"/>
        </a:xfrm>
      </p:grpSpPr>
      <p:grpSp>
        <p:nvGrpSpPr>
          <p:cNvPr id="198" name="Google Shape;198;p17"/>
          <p:cNvGrpSpPr/>
          <p:nvPr/>
        </p:nvGrpSpPr>
        <p:grpSpPr>
          <a:xfrm>
            <a:off x="0" y="455100"/>
            <a:ext cx="9144000" cy="4519401"/>
            <a:chOff x="0" y="455100"/>
            <a:chExt cx="9144000" cy="4519401"/>
          </a:xfrm>
        </p:grpSpPr>
        <p:sp>
          <p:nvSpPr>
            <p:cNvPr id="199" name="Google Shape;199;p17"/>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7"/>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1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2" name="Google Shape;202;p1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03" name="Google Shape;203;p17"/>
          <p:cNvSpPr txBox="1"/>
          <p:nvPr>
            <p:ph type="title"/>
          </p:nvPr>
        </p:nvSpPr>
        <p:spPr>
          <a:xfrm>
            <a:off x="4829450" y="685800"/>
            <a:ext cx="3849300" cy="13803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4" name="Google Shape;204;p17"/>
          <p:cNvSpPr txBox="1"/>
          <p:nvPr>
            <p:ph idx="1" type="body"/>
          </p:nvPr>
        </p:nvSpPr>
        <p:spPr>
          <a:xfrm>
            <a:off x="4829450" y="3077525"/>
            <a:ext cx="3849300" cy="13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5" name="Google Shape;205;p17"/>
          <p:cNvSpPr/>
          <p:nvPr>
            <p:ph idx="2" type="pic"/>
          </p:nvPr>
        </p:nvSpPr>
        <p:spPr>
          <a:xfrm>
            <a:off x="457200" y="685800"/>
            <a:ext cx="3755400" cy="3771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2_1">
    <p:spTree>
      <p:nvGrpSpPr>
        <p:cNvPr id="206" name="Shape 206"/>
        <p:cNvGrpSpPr/>
        <p:nvPr/>
      </p:nvGrpSpPr>
      <p:grpSpPr>
        <a:xfrm>
          <a:off x="0" y="0"/>
          <a:ext cx="0" cy="0"/>
          <a:chOff x="0" y="0"/>
          <a:chExt cx="0" cy="0"/>
        </a:xfrm>
      </p:grpSpPr>
      <p:grpSp>
        <p:nvGrpSpPr>
          <p:cNvPr id="207" name="Google Shape;207;p18"/>
          <p:cNvGrpSpPr/>
          <p:nvPr/>
        </p:nvGrpSpPr>
        <p:grpSpPr>
          <a:xfrm>
            <a:off x="0" y="455100"/>
            <a:ext cx="9144000" cy="4519401"/>
            <a:chOff x="0" y="455100"/>
            <a:chExt cx="9144000" cy="4519401"/>
          </a:xfrm>
        </p:grpSpPr>
        <p:sp>
          <p:nvSpPr>
            <p:cNvPr id="208" name="Google Shape;208;p18"/>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8"/>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1" name="Google Shape;211;p1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12" name="Google Shape;212;p18"/>
          <p:cNvSpPr/>
          <p:nvPr>
            <p:ph idx="2" type="pic"/>
          </p:nvPr>
        </p:nvSpPr>
        <p:spPr>
          <a:xfrm>
            <a:off x="4931375" y="685800"/>
            <a:ext cx="3755400" cy="3771900"/>
          </a:xfrm>
          <a:prstGeom prst="rect">
            <a:avLst/>
          </a:prstGeom>
          <a:noFill/>
          <a:ln>
            <a:noFill/>
          </a:ln>
        </p:spPr>
      </p:sp>
      <p:sp>
        <p:nvSpPr>
          <p:cNvPr id="213" name="Google Shape;213;p18"/>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p:cSld name="CUSTOM_1_1_1">
    <p:spTree>
      <p:nvGrpSpPr>
        <p:cNvPr id="214" name="Shape 214"/>
        <p:cNvGrpSpPr/>
        <p:nvPr/>
      </p:nvGrpSpPr>
      <p:grpSpPr>
        <a:xfrm>
          <a:off x="0" y="0"/>
          <a:ext cx="0" cy="0"/>
          <a:chOff x="0" y="0"/>
          <a:chExt cx="0" cy="0"/>
        </a:xfrm>
      </p:grpSpPr>
      <p:grpSp>
        <p:nvGrpSpPr>
          <p:cNvPr id="215" name="Google Shape;215;p19"/>
          <p:cNvGrpSpPr/>
          <p:nvPr/>
        </p:nvGrpSpPr>
        <p:grpSpPr>
          <a:xfrm>
            <a:off x="0" y="455100"/>
            <a:ext cx="9144000" cy="4519401"/>
            <a:chOff x="0" y="455100"/>
            <a:chExt cx="9144000" cy="4519401"/>
          </a:xfrm>
        </p:grpSpPr>
        <p:sp>
          <p:nvSpPr>
            <p:cNvPr id="216" name="Google Shape;216;p19"/>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19"/>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1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9" name="Google Shape;219;p1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20" name="Google Shape;220;p19"/>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221" name="Google Shape;221;p19"/>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grpSp>
        <p:nvGrpSpPr>
          <p:cNvPr id="222" name="Google Shape;222;p19"/>
          <p:cNvGrpSpPr/>
          <p:nvPr/>
        </p:nvGrpSpPr>
        <p:grpSpPr>
          <a:xfrm>
            <a:off x="3572375" y="0"/>
            <a:ext cx="640200" cy="4470100"/>
            <a:chOff x="3245525" y="0"/>
            <a:chExt cx="640200" cy="4306455"/>
          </a:xfrm>
        </p:grpSpPr>
        <p:sp>
          <p:nvSpPr>
            <p:cNvPr id="223" name="Google Shape;223;p19"/>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19"/>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5" name="Google Shape;225;p19"/>
          <p:cNvSpPr txBox="1"/>
          <p:nvPr>
            <p:ph idx="3"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19"/>
          <p:cNvSpPr txBox="1"/>
          <p:nvPr>
            <p:ph idx="4" type="body"/>
          </p:nvPr>
        </p:nvSpPr>
        <p:spPr>
          <a:xfrm>
            <a:off x="4829450" y="998844"/>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7" name="Google Shape;227;p19"/>
          <p:cNvSpPr txBox="1"/>
          <p:nvPr>
            <p:ph idx="5" type="subTitle"/>
          </p:nvPr>
        </p:nvSpPr>
        <p:spPr>
          <a:xfrm>
            <a:off x="4829450" y="201887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19"/>
          <p:cNvSpPr txBox="1"/>
          <p:nvPr>
            <p:ph idx="6" type="body"/>
          </p:nvPr>
        </p:nvSpPr>
        <p:spPr>
          <a:xfrm>
            <a:off x="4829450" y="224961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9" name="Google Shape;229;p19"/>
          <p:cNvSpPr txBox="1"/>
          <p:nvPr>
            <p:ph idx="7" type="subTitle"/>
          </p:nvPr>
        </p:nvSpPr>
        <p:spPr>
          <a:xfrm>
            <a:off x="4829450" y="327483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19"/>
          <p:cNvSpPr txBox="1"/>
          <p:nvPr>
            <p:ph idx="8" type="body"/>
          </p:nvPr>
        </p:nvSpPr>
        <p:spPr>
          <a:xfrm>
            <a:off x="4829450" y="350557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1" name="Google Shape;231;p19"/>
          <p:cNvSpPr txBox="1"/>
          <p:nvPr>
            <p:ph type="ctrTitle"/>
          </p:nvPr>
        </p:nvSpPr>
        <p:spPr>
          <a:xfrm>
            <a:off x="352550" y="2171700"/>
            <a:ext cx="32199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4">
    <p:spTree>
      <p:nvGrpSpPr>
        <p:cNvPr id="232" name="Shape 232"/>
        <p:cNvGrpSpPr/>
        <p:nvPr/>
      </p:nvGrpSpPr>
      <p:grpSpPr>
        <a:xfrm>
          <a:off x="0" y="0"/>
          <a:ext cx="0" cy="0"/>
          <a:chOff x="0" y="0"/>
          <a:chExt cx="0" cy="0"/>
        </a:xfrm>
      </p:grpSpPr>
      <p:grpSp>
        <p:nvGrpSpPr>
          <p:cNvPr id="233" name="Google Shape;233;p20"/>
          <p:cNvGrpSpPr/>
          <p:nvPr/>
        </p:nvGrpSpPr>
        <p:grpSpPr>
          <a:xfrm>
            <a:off x="0" y="455100"/>
            <a:ext cx="9144000" cy="4519401"/>
            <a:chOff x="0" y="455100"/>
            <a:chExt cx="9144000" cy="4519401"/>
          </a:xfrm>
        </p:grpSpPr>
        <p:sp>
          <p:nvSpPr>
            <p:cNvPr id="234" name="Google Shape;234;p2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2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7" name="Google Shape;237;p2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238" name="Google Shape;238;p20"/>
          <p:cNvGrpSpPr/>
          <p:nvPr/>
        </p:nvGrpSpPr>
        <p:grpSpPr>
          <a:xfrm>
            <a:off x="3572375" y="0"/>
            <a:ext cx="640200" cy="4470100"/>
            <a:chOff x="3245525" y="0"/>
            <a:chExt cx="640200" cy="4306455"/>
          </a:xfrm>
        </p:grpSpPr>
        <p:sp>
          <p:nvSpPr>
            <p:cNvPr id="239" name="Google Shape;239;p20"/>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0"/>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1" name="Google Shape;241;p20"/>
          <p:cNvSpPr txBox="1"/>
          <p:nvPr>
            <p:ph idx="1"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20"/>
          <p:cNvSpPr txBox="1"/>
          <p:nvPr>
            <p:ph idx="2" type="body"/>
          </p:nvPr>
        </p:nvSpPr>
        <p:spPr>
          <a:xfrm>
            <a:off x="4829450" y="998844"/>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3" name="Google Shape;243;p20"/>
          <p:cNvSpPr txBox="1"/>
          <p:nvPr>
            <p:ph idx="3" type="subTitle"/>
          </p:nvPr>
        </p:nvSpPr>
        <p:spPr>
          <a:xfrm>
            <a:off x="4829450" y="201887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20"/>
          <p:cNvSpPr txBox="1"/>
          <p:nvPr>
            <p:ph idx="4" type="body"/>
          </p:nvPr>
        </p:nvSpPr>
        <p:spPr>
          <a:xfrm>
            <a:off x="4829450" y="224961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5" name="Google Shape;245;p20"/>
          <p:cNvSpPr txBox="1"/>
          <p:nvPr>
            <p:ph idx="5" type="subTitle"/>
          </p:nvPr>
        </p:nvSpPr>
        <p:spPr>
          <a:xfrm>
            <a:off x="4829450" y="327483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20"/>
          <p:cNvSpPr txBox="1"/>
          <p:nvPr>
            <p:ph idx="6" type="body"/>
          </p:nvPr>
        </p:nvSpPr>
        <p:spPr>
          <a:xfrm>
            <a:off x="4829450" y="350557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7" name="Google Shape;247;p20"/>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_1_1_3">
    <p:spTree>
      <p:nvGrpSpPr>
        <p:cNvPr id="248" name="Shape 248"/>
        <p:cNvGrpSpPr/>
        <p:nvPr/>
      </p:nvGrpSpPr>
      <p:grpSpPr>
        <a:xfrm>
          <a:off x="0" y="0"/>
          <a:ext cx="0" cy="0"/>
          <a:chOff x="0" y="0"/>
          <a:chExt cx="0" cy="0"/>
        </a:xfrm>
      </p:grpSpPr>
      <p:grpSp>
        <p:nvGrpSpPr>
          <p:cNvPr id="249" name="Google Shape;249;p21"/>
          <p:cNvGrpSpPr/>
          <p:nvPr/>
        </p:nvGrpSpPr>
        <p:grpSpPr>
          <a:xfrm>
            <a:off x="0" y="455100"/>
            <a:ext cx="9144000" cy="4519401"/>
            <a:chOff x="0" y="455100"/>
            <a:chExt cx="9144000" cy="4519401"/>
          </a:xfrm>
        </p:grpSpPr>
        <p:sp>
          <p:nvSpPr>
            <p:cNvPr id="250" name="Google Shape;250;p21"/>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1"/>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3" name="Google Shape;253;p2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54" name="Google Shape;254;p21"/>
          <p:cNvSpPr txBox="1"/>
          <p:nvPr>
            <p:ph idx="1" type="subTitle"/>
          </p:nvPr>
        </p:nvSpPr>
        <p:spPr>
          <a:xfrm>
            <a:off x="4829450" y="174145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1"/>
          <p:cNvSpPr txBox="1"/>
          <p:nvPr>
            <p:ph idx="2" type="body"/>
          </p:nvPr>
        </p:nvSpPr>
        <p:spPr>
          <a:xfrm>
            <a:off x="4829450" y="197220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grpSp>
        <p:nvGrpSpPr>
          <p:cNvPr id="256" name="Google Shape;256;p21"/>
          <p:cNvGrpSpPr/>
          <p:nvPr/>
        </p:nvGrpSpPr>
        <p:grpSpPr>
          <a:xfrm>
            <a:off x="3572375" y="0"/>
            <a:ext cx="640200" cy="4470100"/>
            <a:chOff x="3245525" y="0"/>
            <a:chExt cx="640200" cy="4306455"/>
          </a:xfrm>
        </p:grpSpPr>
        <p:sp>
          <p:nvSpPr>
            <p:cNvPr id="257" name="Google Shape;257;p21"/>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1"/>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9" name="Google Shape;259;p21"/>
          <p:cNvSpPr txBox="1"/>
          <p:nvPr>
            <p:ph idx="3"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21"/>
          <p:cNvSpPr txBox="1"/>
          <p:nvPr>
            <p:ph idx="4" type="body"/>
          </p:nvPr>
        </p:nvSpPr>
        <p:spPr>
          <a:xfrm>
            <a:off x="4829450" y="99885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1" name="Google Shape;261;p21"/>
          <p:cNvSpPr txBox="1"/>
          <p:nvPr>
            <p:ph idx="5" type="subTitle"/>
          </p:nvPr>
        </p:nvSpPr>
        <p:spPr>
          <a:xfrm>
            <a:off x="4829450" y="27148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21"/>
          <p:cNvSpPr txBox="1"/>
          <p:nvPr>
            <p:ph idx="6" type="body"/>
          </p:nvPr>
        </p:nvSpPr>
        <p:spPr>
          <a:xfrm>
            <a:off x="4829450" y="294555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3" name="Google Shape;263;p21"/>
          <p:cNvSpPr txBox="1"/>
          <p:nvPr>
            <p:ph idx="7" type="subTitle"/>
          </p:nvPr>
        </p:nvSpPr>
        <p:spPr>
          <a:xfrm>
            <a:off x="4829450" y="368815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1"/>
          <p:cNvSpPr txBox="1"/>
          <p:nvPr>
            <p:ph idx="8" type="body"/>
          </p:nvPr>
        </p:nvSpPr>
        <p:spPr>
          <a:xfrm>
            <a:off x="4829450" y="391890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5" name="Google Shape;265;p21"/>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extLst>
    <p:ext uri="{DCECCB84-F9BA-43D5-87BE-67443E8EF086}">
      <p15:sldGuideLst>
        <p15:guide id="1" orient="horz" pos="171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big ideas">
  <p:cSld name="CUSTOM_1_1_1_2">
    <p:spTree>
      <p:nvGrpSpPr>
        <p:cNvPr id="266" name="Shape 266"/>
        <p:cNvGrpSpPr/>
        <p:nvPr/>
      </p:nvGrpSpPr>
      <p:grpSpPr>
        <a:xfrm>
          <a:off x="0" y="0"/>
          <a:ext cx="0" cy="0"/>
          <a:chOff x="0" y="0"/>
          <a:chExt cx="0" cy="0"/>
        </a:xfrm>
      </p:grpSpPr>
      <p:grpSp>
        <p:nvGrpSpPr>
          <p:cNvPr id="267" name="Google Shape;267;p22"/>
          <p:cNvGrpSpPr/>
          <p:nvPr/>
        </p:nvGrpSpPr>
        <p:grpSpPr>
          <a:xfrm>
            <a:off x="0" y="455100"/>
            <a:ext cx="9144000" cy="4519401"/>
            <a:chOff x="0" y="455100"/>
            <a:chExt cx="9144000" cy="4519401"/>
          </a:xfrm>
        </p:grpSpPr>
        <p:sp>
          <p:nvSpPr>
            <p:cNvPr id="268" name="Google Shape;268;p2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272" name="Google Shape;272;p22"/>
          <p:cNvGrpSpPr/>
          <p:nvPr/>
        </p:nvGrpSpPr>
        <p:grpSpPr>
          <a:xfrm>
            <a:off x="3572375" y="0"/>
            <a:ext cx="640200" cy="4470100"/>
            <a:chOff x="3245525" y="0"/>
            <a:chExt cx="640200" cy="4306455"/>
          </a:xfrm>
        </p:grpSpPr>
        <p:sp>
          <p:nvSpPr>
            <p:cNvPr id="273" name="Google Shape;273;p22"/>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2"/>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5" name="Google Shape;275;p22"/>
          <p:cNvSpPr txBox="1"/>
          <p:nvPr>
            <p:ph idx="1"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22"/>
          <p:cNvSpPr txBox="1"/>
          <p:nvPr>
            <p:ph idx="2" type="subTitle"/>
          </p:nvPr>
        </p:nvSpPr>
        <p:spPr>
          <a:xfrm>
            <a:off x="4829450" y="768098"/>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7" name="Google Shape;277;p22"/>
          <p:cNvSpPr txBox="1"/>
          <p:nvPr>
            <p:ph idx="3" type="body"/>
          </p:nvPr>
        </p:nvSpPr>
        <p:spPr>
          <a:xfrm>
            <a:off x="4829450" y="998850"/>
            <a:ext cx="3765000" cy="142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8" name="Google Shape;278;p22"/>
          <p:cNvSpPr txBox="1"/>
          <p:nvPr>
            <p:ph idx="4" type="subTitle"/>
          </p:nvPr>
        </p:nvSpPr>
        <p:spPr>
          <a:xfrm>
            <a:off x="4829450" y="2571748"/>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22"/>
          <p:cNvSpPr txBox="1"/>
          <p:nvPr>
            <p:ph idx="5" type="body"/>
          </p:nvPr>
        </p:nvSpPr>
        <p:spPr>
          <a:xfrm>
            <a:off x="4829450" y="2802500"/>
            <a:ext cx="3765000" cy="142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0" name="Google Shape;280;p22"/>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with footer">
  <p:cSld name="CUSTOM_1_1_1_1">
    <p:spTree>
      <p:nvGrpSpPr>
        <p:cNvPr id="281" name="Shape 281"/>
        <p:cNvGrpSpPr/>
        <p:nvPr/>
      </p:nvGrpSpPr>
      <p:grpSpPr>
        <a:xfrm>
          <a:off x="0" y="0"/>
          <a:ext cx="0" cy="0"/>
          <a:chOff x="0" y="0"/>
          <a:chExt cx="0" cy="0"/>
        </a:xfrm>
      </p:grpSpPr>
      <p:grpSp>
        <p:nvGrpSpPr>
          <p:cNvPr id="282" name="Google Shape;282;p23"/>
          <p:cNvGrpSpPr/>
          <p:nvPr/>
        </p:nvGrpSpPr>
        <p:grpSpPr>
          <a:xfrm>
            <a:off x="0" y="455100"/>
            <a:ext cx="9144000" cy="4519401"/>
            <a:chOff x="0" y="455100"/>
            <a:chExt cx="9144000" cy="4519401"/>
          </a:xfrm>
        </p:grpSpPr>
        <p:sp>
          <p:nvSpPr>
            <p:cNvPr id="283" name="Google Shape;283;p2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2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6" name="Google Shape;286;p2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87" name="Google Shape;287;p23"/>
          <p:cNvSpPr txBox="1"/>
          <p:nvPr>
            <p:ph idx="1" type="body"/>
          </p:nvPr>
        </p:nvSpPr>
        <p:spPr>
          <a:xfrm>
            <a:off x="1985550" y="3609025"/>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88" name="Google Shape;288;p23"/>
          <p:cNvSpPr txBox="1"/>
          <p:nvPr>
            <p:ph idx="2" type="body"/>
          </p:nvPr>
        </p:nvSpPr>
        <p:spPr>
          <a:xfrm>
            <a:off x="366100"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89" name="Google Shape;289;p23"/>
          <p:cNvSpPr txBox="1"/>
          <p:nvPr>
            <p:ph idx="3" type="body"/>
          </p:nvPr>
        </p:nvSpPr>
        <p:spPr>
          <a:xfrm>
            <a:off x="6920925"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90" name="Google Shape;290;p23"/>
          <p:cNvSpPr txBox="1"/>
          <p:nvPr>
            <p:ph idx="4" type="body"/>
          </p:nvPr>
        </p:nvSpPr>
        <p:spPr>
          <a:xfrm>
            <a:off x="3630125"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91" name="Google Shape;291;p23"/>
          <p:cNvSpPr txBox="1"/>
          <p:nvPr>
            <p:ph idx="5"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292" name="Google Shape;292;p23"/>
          <p:cNvSpPr txBox="1"/>
          <p:nvPr>
            <p:ph idx="6"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grpSp>
        <p:nvGrpSpPr>
          <p:cNvPr id="293" name="Google Shape;293;p23"/>
          <p:cNvGrpSpPr/>
          <p:nvPr/>
        </p:nvGrpSpPr>
        <p:grpSpPr>
          <a:xfrm rot="-5400000">
            <a:off x="4010494" y="-1441999"/>
            <a:ext cx="659534" cy="8680521"/>
            <a:chOff x="3245525" y="0"/>
            <a:chExt cx="640200" cy="4306455"/>
          </a:xfrm>
        </p:grpSpPr>
        <p:sp>
          <p:nvSpPr>
            <p:cNvPr id="294" name="Google Shape;294;p23"/>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3"/>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96" name="Google Shape;296;p23"/>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7" name="Google Shape;297;p23"/>
          <p:cNvSpPr txBox="1"/>
          <p:nvPr>
            <p:ph idx="7" type="subTitle"/>
          </p:nvPr>
        </p:nvSpPr>
        <p:spPr>
          <a:xfrm>
            <a:off x="2103450"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298" name="Google Shape;298;p23"/>
          <p:cNvSpPr txBox="1"/>
          <p:nvPr>
            <p:ph idx="8" type="subTitle"/>
          </p:nvPr>
        </p:nvSpPr>
        <p:spPr>
          <a:xfrm>
            <a:off x="3748031"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299" name="Google Shape;299;p23"/>
          <p:cNvSpPr txBox="1"/>
          <p:nvPr>
            <p:ph idx="9" type="subTitle"/>
          </p:nvPr>
        </p:nvSpPr>
        <p:spPr>
          <a:xfrm>
            <a:off x="5395950"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00" name="Google Shape;300;p23"/>
          <p:cNvSpPr txBox="1"/>
          <p:nvPr>
            <p:ph idx="13" type="subTitle"/>
          </p:nvPr>
        </p:nvSpPr>
        <p:spPr>
          <a:xfrm>
            <a:off x="7038825"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01" name="Google Shape;301;p23"/>
          <p:cNvSpPr txBox="1"/>
          <p:nvPr>
            <p:ph idx="14" type="subTitle"/>
          </p:nvPr>
        </p:nvSpPr>
        <p:spPr>
          <a:xfrm>
            <a:off x="457225"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02" name="Google Shape;302;p23"/>
          <p:cNvSpPr txBox="1"/>
          <p:nvPr>
            <p:ph idx="15" type="body"/>
          </p:nvPr>
        </p:nvSpPr>
        <p:spPr>
          <a:xfrm>
            <a:off x="5278050" y="3609025"/>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and image with footer">
  <p:cSld name="CUSTOM_1_1_1_1_1">
    <p:spTree>
      <p:nvGrpSpPr>
        <p:cNvPr id="303" name="Shape 303"/>
        <p:cNvGrpSpPr/>
        <p:nvPr/>
      </p:nvGrpSpPr>
      <p:grpSpPr>
        <a:xfrm>
          <a:off x="0" y="0"/>
          <a:ext cx="0" cy="0"/>
          <a:chOff x="0" y="0"/>
          <a:chExt cx="0" cy="0"/>
        </a:xfrm>
      </p:grpSpPr>
      <p:grpSp>
        <p:nvGrpSpPr>
          <p:cNvPr id="304" name="Google Shape;304;p24"/>
          <p:cNvGrpSpPr/>
          <p:nvPr/>
        </p:nvGrpSpPr>
        <p:grpSpPr>
          <a:xfrm>
            <a:off x="0" y="455100"/>
            <a:ext cx="9144000" cy="4519401"/>
            <a:chOff x="0" y="455100"/>
            <a:chExt cx="9144000" cy="4519401"/>
          </a:xfrm>
        </p:grpSpPr>
        <p:sp>
          <p:nvSpPr>
            <p:cNvPr id="305" name="Google Shape;305;p2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2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8" name="Google Shape;308;p2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09" name="Google Shape;309;p24"/>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10" name="Google Shape;310;p24"/>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311" name="Google Shape;311;p24"/>
          <p:cNvSpPr txBox="1"/>
          <p:nvPr>
            <p:ph type="title"/>
          </p:nvPr>
        </p:nvSpPr>
        <p:spPr>
          <a:xfrm>
            <a:off x="366100" y="21643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2" name="Google Shape;312;p24"/>
          <p:cNvSpPr txBox="1"/>
          <p:nvPr>
            <p:ph idx="3" type="subTitle"/>
          </p:nvPr>
        </p:nvSpPr>
        <p:spPr>
          <a:xfrm>
            <a:off x="3661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13" name="Google Shape;313;p24"/>
          <p:cNvSpPr txBox="1"/>
          <p:nvPr>
            <p:ph idx="4"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24"/>
          <p:cNvSpPr/>
          <p:nvPr>
            <p:ph idx="5" type="pic"/>
          </p:nvPr>
        </p:nvSpPr>
        <p:spPr>
          <a:xfrm>
            <a:off x="4928588" y="679925"/>
            <a:ext cx="3755400" cy="1484400"/>
          </a:xfrm>
          <a:prstGeom prst="rect">
            <a:avLst/>
          </a:prstGeom>
          <a:noFill/>
          <a:ln>
            <a:noFill/>
          </a:ln>
        </p:spPr>
      </p:sp>
      <p:sp>
        <p:nvSpPr>
          <p:cNvPr id="315" name="Google Shape;315;p24"/>
          <p:cNvSpPr/>
          <p:nvPr>
            <p:ph idx="6" type="pic"/>
          </p:nvPr>
        </p:nvSpPr>
        <p:spPr>
          <a:xfrm>
            <a:off x="457200" y="679925"/>
            <a:ext cx="3755400" cy="1484400"/>
          </a:xfrm>
          <a:prstGeom prst="rect">
            <a:avLst/>
          </a:prstGeom>
          <a:noFill/>
          <a:ln>
            <a:noFill/>
          </a:ln>
        </p:spPr>
      </p:sp>
      <p:sp>
        <p:nvSpPr>
          <p:cNvPr id="316" name="Google Shape;316;p24"/>
          <p:cNvSpPr txBox="1"/>
          <p:nvPr>
            <p:ph idx="7" type="title"/>
          </p:nvPr>
        </p:nvSpPr>
        <p:spPr>
          <a:xfrm>
            <a:off x="4837500" y="21643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7" name="Google Shape;317;p24"/>
          <p:cNvSpPr txBox="1"/>
          <p:nvPr>
            <p:ph idx="8" type="subTitle"/>
          </p:nvPr>
        </p:nvSpPr>
        <p:spPr>
          <a:xfrm>
            <a:off x="48375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18" name="Google Shape;318;p24"/>
          <p:cNvSpPr txBox="1"/>
          <p:nvPr>
            <p:ph idx="9"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with footer">
  <p:cSld name="CUSTOM_1_1_1_1_1_1">
    <p:spTree>
      <p:nvGrpSpPr>
        <p:cNvPr id="319" name="Shape 319"/>
        <p:cNvGrpSpPr/>
        <p:nvPr/>
      </p:nvGrpSpPr>
      <p:grpSpPr>
        <a:xfrm>
          <a:off x="0" y="0"/>
          <a:ext cx="0" cy="0"/>
          <a:chOff x="0" y="0"/>
          <a:chExt cx="0" cy="0"/>
        </a:xfrm>
      </p:grpSpPr>
      <p:grpSp>
        <p:nvGrpSpPr>
          <p:cNvPr id="320" name="Google Shape;320;p25"/>
          <p:cNvGrpSpPr/>
          <p:nvPr/>
        </p:nvGrpSpPr>
        <p:grpSpPr>
          <a:xfrm>
            <a:off x="0" y="455100"/>
            <a:ext cx="9144000" cy="4519401"/>
            <a:chOff x="0" y="455100"/>
            <a:chExt cx="9144000" cy="4519401"/>
          </a:xfrm>
        </p:grpSpPr>
        <p:sp>
          <p:nvSpPr>
            <p:cNvPr id="321" name="Google Shape;321;p25"/>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5"/>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3" name="Google Shape;323;p2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4" name="Google Shape;324;p2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25" name="Google Shape;325;p25"/>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26" name="Google Shape;326;p25"/>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327" name="Google Shape;327;p25"/>
          <p:cNvSpPr/>
          <p:nvPr>
            <p:ph idx="3" type="pic"/>
          </p:nvPr>
        </p:nvSpPr>
        <p:spPr>
          <a:xfrm>
            <a:off x="4928588" y="1477413"/>
            <a:ext cx="3755400" cy="1484400"/>
          </a:xfrm>
          <a:prstGeom prst="rect">
            <a:avLst/>
          </a:prstGeom>
          <a:noFill/>
          <a:ln>
            <a:noFill/>
          </a:ln>
        </p:spPr>
      </p:sp>
      <p:sp>
        <p:nvSpPr>
          <p:cNvPr id="328" name="Google Shape;328;p25"/>
          <p:cNvSpPr/>
          <p:nvPr>
            <p:ph idx="4" type="pic"/>
          </p:nvPr>
        </p:nvSpPr>
        <p:spPr>
          <a:xfrm>
            <a:off x="457200" y="1495438"/>
            <a:ext cx="3755400" cy="1484400"/>
          </a:xfrm>
          <a:prstGeom prst="rect">
            <a:avLst/>
          </a:prstGeom>
          <a:noFill/>
          <a:ln>
            <a:noFill/>
          </a:ln>
        </p:spPr>
      </p:sp>
      <p:sp>
        <p:nvSpPr>
          <p:cNvPr id="329" name="Google Shape;329;p25"/>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0" name="Google Shape;330;p25"/>
          <p:cNvSpPr txBox="1"/>
          <p:nvPr>
            <p:ph idx="5" type="subTitle"/>
          </p:nvPr>
        </p:nvSpPr>
        <p:spPr>
          <a:xfrm>
            <a:off x="366100" y="29798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25"/>
          <p:cNvSpPr txBox="1"/>
          <p:nvPr>
            <p:ph idx="6"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2" name="Google Shape;332;p25"/>
          <p:cNvSpPr txBox="1"/>
          <p:nvPr>
            <p:ph idx="7" type="subTitle"/>
          </p:nvPr>
        </p:nvSpPr>
        <p:spPr>
          <a:xfrm>
            <a:off x="4837500" y="29798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25"/>
          <p:cNvSpPr txBox="1"/>
          <p:nvPr>
            <p:ph idx="8"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3">
    <p:spTree>
      <p:nvGrpSpPr>
        <p:cNvPr id="334" name="Shape 334"/>
        <p:cNvGrpSpPr/>
        <p:nvPr/>
      </p:nvGrpSpPr>
      <p:grpSpPr>
        <a:xfrm>
          <a:off x="0" y="0"/>
          <a:ext cx="0" cy="0"/>
          <a:chOff x="0" y="0"/>
          <a:chExt cx="0" cy="0"/>
        </a:xfrm>
      </p:grpSpPr>
      <p:grpSp>
        <p:nvGrpSpPr>
          <p:cNvPr id="335" name="Google Shape;335;p26"/>
          <p:cNvGrpSpPr/>
          <p:nvPr/>
        </p:nvGrpSpPr>
        <p:grpSpPr>
          <a:xfrm>
            <a:off x="0" y="455100"/>
            <a:ext cx="9144000" cy="4519401"/>
            <a:chOff x="0" y="455100"/>
            <a:chExt cx="9144000" cy="4519401"/>
          </a:xfrm>
        </p:grpSpPr>
        <p:sp>
          <p:nvSpPr>
            <p:cNvPr id="336" name="Google Shape;336;p26"/>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26"/>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2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9" name="Google Shape;339;p2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40" name="Google Shape;340;p26"/>
          <p:cNvSpPr/>
          <p:nvPr>
            <p:ph idx="2" type="pic"/>
          </p:nvPr>
        </p:nvSpPr>
        <p:spPr>
          <a:xfrm>
            <a:off x="4928588" y="1477413"/>
            <a:ext cx="3755400" cy="1484400"/>
          </a:xfrm>
          <a:prstGeom prst="rect">
            <a:avLst/>
          </a:prstGeom>
          <a:noFill/>
          <a:ln>
            <a:noFill/>
          </a:ln>
        </p:spPr>
      </p:sp>
      <p:sp>
        <p:nvSpPr>
          <p:cNvPr id="341" name="Google Shape;341;p26"/>
          <p:cNvSpPr/>
          <p:nvPr>
            <p:ph idx="3" type="pic"/>
          </p:nvPr>
        </p:nvSpPr>
        <p:spPr>
          <a:xfrm>
            <a:off x="457200" y="1495438"/>
            <a:ext cx="3755400" cy="1484400"/>
          </a:xfrm>
          <a:prstGeom prst="rect">
            <a:avLst/>
          </a:prstGeom>
          <a:noFill/>
          <a:ln>
            <a:noFill/>
          </a:ln>
        </p:spPr>
      </p:sp>
      <p:sp>
        <p:nvSpPr>
          <p:cNvPr id="342" name="Google Shape;342;p26"/>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6"/>
          <p:cNvSpPr txBox="1"/>
          <p:nvPr>
            <p:ph idx="1" type="subTitle"/>
          </p:nvPr>
        </p:nvSpPr>
        <p:spPr>
          <a:xfrm>
            <a:off x="3661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44" name="Google Shape;344;p26"/>
          <p:cNvSpPr txBox="1"/>
          <p:nvPr>
            <p:ph idx="4" type="subTitle"/>
          </p:nvPr>
        </p:nvSpPr>
        <p:spPr>
          <a:xfrm>
            <a:off x="48375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45" name="Google Shape;345;p26"/>
          <p:cNvSpPr txBox="1"/>
          <p:nvPr>
            <p:ph idx="5"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26"/>
          <p:cNvSpPr txBox="1"/>
          <p:nvPr>
            <p:ph idx="6"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2">
    <p:spTree>
      <p:nvGrpSpPr>
        <p:cNvPr id="347" name="Shape 347"/>
        <p:cNvGrpSpPr/>
        <p:nvPr/>
      </p:nvGrpSpPr>
      <p:grpSpPr>
        <a:xfrm>
          <a:off x="0" y="0"/>
          <a:ext cx="0" cy="0"/>
          <a:chOff x="0" y="0"/>
          <a:chExt cx="0" cy="0"/>
        </a:xfrm>
      </p:grpSpPr>
      <p:grpSp>
        <p:nvGrpSpPr>
          <p:cNvPr id="348" name="Google Shape;348;p27"/>
          <p:cNvGrpSpPr/>
          <p:nvPr/>
        </p:nvGrpSpPr>
        <p:grpSpPr>
          <a:xfrm>
            <a:off x="0" y="455100"/>
            <a:ext cx="9144000" cy="4519401"/>
            <a:chOff x="0" y="455100"/>
            <a:chExt cx="9144000" cy="4519401"/>
          </a:xfrm>
        </p:grpSpPr>
        <p:sp>
          <p:nvSpPr>
            <p:cNvPr id="349" name="Google Shape;349;p27"/>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27"/>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2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2" name="Google Shape;352;p2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53" name="Google Shape;353;p27"/>
          <p:cNvSpPr/>
          <p:nvPr>
            <p:ph idx="2" type="pic"/>
          </p:nvPr>
        </p:nvSpPr>
        <p:spPr>
          <a:xfrm>
            <a:off x="457200" y="1495450"/>
            <a:ext cx="2556300" cy="1484400"/>
          </a:xfrm>
          <a:prstGeom prst="rect">
            <a:avLst/>
          </a:prstGeom>
          <a:noFill/>
          <a:ln>
            <a:noFill/>
          </a:ln>
        </p:spPr>
      </p:sp>
      <p:sp>
        <p:nvSpPr>
          <p:cNvPr id="354" name="Google Shape;354;p27"/>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5" name="Google Shape;355;p27"/>
          <p:cNvSpPr txBox="1"/>
          <p:nvPr>
            <p:ph idx="1" type="subTitle"/>
          </p:nvPr>
        </p:nvSpPr>
        <p:spPr>
          <a:xfrm>
            <a:off x="36610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56" name="Google Shape;356;p27"/>
          <p:cNvSpPr txBox="1"/>
          <p:nvPr>
            <p:ph idx="3" type="body"/>
          </p:nvPr>
        </p:nvSpPr>
        <p:spPr>
          <a:xfrm>
            <a:off x="36610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7" name="Google Shape;357;p27"/>
          <p:cNvSpPr/>
          <p:nvPr>
            <p:ph idx="4" type="pic"/>
          </p:nvPr>
        </p:nvSpPr>
        <p:spPr>
          <a:xfrm>
            <a:off x="3339350" y="1495450"/>
            <a:ext cx="2556300" cy="1484400"/>
          </a:xfrm>
          <a:prstGeom prst="rect">
            <a:avLst/>
          </a:prstGeom>
          <a:noFill/>
          <a:ln>
            <a:noFill/>
          </a:ln>
        </p:spPr>
      </p:sp>
      <p:sp>
        <p:nvSpPr>
          <p:cNvPr id="358" name="Google Shape;358;p27"/>
          <p:cNvSpPr txBox="1"/>
          <p:nvPr>
            <p:ph idx="5" type="subTitle"/>
          </p:nvPr>
        </p:nvSpPr>
        <p:spPr>
          <a:xfrm>
            <a:off x="324825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59" name="Google Shape;359;p27"/>
          <p:cNvSpPr txBox="1"/>
          <p:nvPr>
            <p:ph idx="6" type="body"/>
          </p:nvPr>
        </p:nvSpPr>
        <p:spPr>
          <a:xfrm>
            <a:off x="324825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0" name="Google Shape;360;p27"/>
          <p:cNvSpPr/>
          <p:nvPr>
            <p:ph idx="7" type="pic"/>
          </p:nvPr>
        </p:nvSpPr>
        <p:spPr>
          <a:xfrm>
            <a:off x="6221500" y="1495450"/>
            <a:ext cx="2556300" cy="1484400"/>
          </a:xfrm>
          <a:prstGeom prst="rect">
            <a:avLst/>
          </a:prstGeom>
          <a:noFill/>
          <a:ln>
            <a:noFill/>
          </a:ln>
        </p:spPr>
      </p:sp>
      <p:sp>
        <p:nvSpPr>
          <p:cNvPr id="361" name="Google Shape;361;p27"/>
          <p:cNvSpPr txBox="1"/>
          <p:nvPr>
            <p:ph idx="8" type="subTitle"/>
          </p:nvPr>
        </p:nvSpPr>
        <p:spPr>
          <a:xfrm>
            <a:off x="613040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62" name="Google Shape;362;p27"/>
          <p:cNvSpPr txBox="1"/>
          <p:nvPr>
            <p:ph idx="9" type="body"/>
          </p:nvPr>
        </p:nvSpPr>
        <p:spPr>
          <a:xfrm>
            <a:off x="613040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
    <p:spTree>
      <p:nvGrpSpPr>
        <p:cNvPr id="363" name="Shape 363"/>
        <p:cNvGrpSpPr/>
        <p:nvPr/>
      </p:nvGrpSpPr>
      <p:grpSpPr>
        <a:xfrm>
          <a:off x="0" y="0"/>
          <a:ext cx="0" cy="0"/>
          <a:chOff x="0" y="0"/>
          <a:chExt cx="0" cy="0"/>
        </a:xfrm>
      </p:grpSpPr>
      <p:grpSp>
        <p:nvGrpSpPr>
          <p:cNvPr id="364" name="Google Shape;364;p28"/>
          <p:cNvGrpSpPr/>
          <p:nvPr/>
        </p:nvGrpSpPr>
        <p:grpSpPr>
          <a:xfrm>
            <a:off x="0" y="455100"/>
            <a:ext cx="9144000" cy="4519401"/>
            <a:chOff x="0" y="455100"/>
            <a:chExt cx="9144000" cy="4519401"/>
          </a:xfrm>
        </p:grpSpPr>
        <p:sp>
          <p:nvSpPr>
            <p:cNvPr id="365" name="Google Shape;365;p28"/>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8"/>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2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68" name="Google Shape;368;p2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69" name="Google Shape;369;p28"/>
          <p:cNvSpPr txBox="1"/>
          <p:nvPr>
            <p:ph idx="1" type="body"/>
          </p:nvPr>
        </p:nvSpPr>
        <p:spPr>
          <a:xfrm>
            <a:off x="366100" y="2555000"/>
            <a:ext cx="3846600" cy="179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0" name="Google Shape;370;p28"/>
          <p:cNvSpPr txBox="1"/>
          <p:nvPr>
            <p:ph idx="2" type="body"/>
          </p:nvPr>
        </p:nvSpPr>
        <p:spPr>
          <a:xfrm>
            <a:off x="4837500" y="2555000"/>
            <a:ext cx="3846600" cy="179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28"/>
          <p:cNvSpPr txBox="1"/>
          <p:nvPr>
            <p:ph type="title"/>
          </p:nvPr>
        </p:nvSpPr>
        <p:spPr>
          <a:xfrm>
            <a:off x="311700" y="6551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TIX Two Text SemiBold"/>
              <a:buNone/>
              <a:defRPr/>
            </a:lvl1pPr>
            <a:lvl2pPr lvl="1" algn="ctr">
              <a:spcBef>
                <a:spcPts val="0"/>
              </a:spcBef>
              <a:spcAft>
                <a:spcPts val="0"/>
              </a:spcAft>
              <a:buClr>
                <a:schemeClr val="dk1"/>
              </a:buClr>
              <a:buSzPts val="3000"/>
              <a:buFont typeface="STIX Two Text SemiBold"/>
              <a:buNone/>
              <a:defRPr/>
            </a:lvl2pPr>
            <a:lvl3pPr lvl="2" algn="ctr">
              <a:spcBef>
                <a:spcPts val="0"/>
              </a:spcBef>
              <a:spcAft>
                <a:spcPts val="0"/>
              </a:spcAft>
              <a:buClr>
                <a:schemeClr val="dk1"/>
              </a:buClr>
              <a:buSzPts val="3000"/>
              <a:buFont typeface="STIX Two Text SemiBold"/>
              <a:buNone/>
              <a:defRPr/>
            </a:lvl3pPr>
            <a:lvl4pPr lvl="3" algn="ctr">
              <a:spcBef>
                <a:spcPts val="0"/>
              </a:spcBef>
              <a:spcAft>
                <a:spcPts val="0"/>
              </a:spcAft>
              <a:buClr>
                <a:schemeClr val="dk1"/>
              </a:buClr>
              <a:buSzPts val="3000"/>
              <a:buFont typeface="STIX Two Text SemiBold"/>
              <a:buNone/>
              <a:defRPr/>
            </a:lvl4pPr>
            <a:lvl5pPr lvl="4" algn="ctr">
              <a:spcBef>
                <a:spcPts val="0"/>
              </a:spcBef>
              <a:spcAft>
                <a:spcPts val="0"/>
              </a:spcAft>
              <a:buClr>
                <a:schemeClr val="dk1"/>
              </a:buClr>
              <a:buSzPts val="3000"/>
              <a:buFont typeface="STIX Two Text SemiBold"/>
              <a:buNone/>
              <a:defRPr/>
            </a:lvl5pPr>
            <a:lvl6pPr lvl="5" algn="ctr">
              <a:spcBef>
                <a:spcPts val="0"/>
              </a:spcBef>
              <a:spcAft>
                <a:spcPts val="0"/>
              </a:spcAft>
              <a:buClr>
                <a:schemeClr val="dk1"/>
              </a:buClr>
              <a:buSzPts val="3000"/>
              <a:buFont typeface="STIX Two Text SemiBold"/>
              <a:buNone/>
              <a:defRPr/>
            </a:lvl6pPr>
            <a:lvl7pPr lvl="6" algn="ctr">
              <a:spcBef>
                <a:spcPts val="0"/>
              </a:spcBef>
              <a:spcAft>
                <a:spcPts val="0"/>
              </a:spcAft>
              <a:buClr>
                <a:schemeClr val="dk1"/>
              </a:buClr>
              <a:buSzPts val="3000"/>
              <a:buFont typeface="STIX Two Text SemiBold"/>
              <a:buNone/>
              <a:defRPr/>
            </a:lvl7pPr>
            <a:lvl8pPr lvl="7" algn="ctr">
              <a:spcBef>
                <a:spcPts val="0"/>
              </a:spcBef>
              <a:spcAft>
                <a:spcPts val="0"/>
              </a:spcAft>
              <a:buClr>
                <a:schemeClr val="dk1"/>
              </a:buClr>
              <a:buSzPts val="3000"/>
              <a:buFont typeface="STIX Two Text SemiBold"/>
              <a:buNone/>
              <a:defRPr/>
            </a:lvl8pPr>
            <a:lvl9pPr lvl="8" algn="ctr">
              <a:spcBef>
                <a:spcPts val="0"/>
              </a:spcBef>
              <a:spcAft>
                <a:spcPts val="0"/>
              </a:spcAft>
              <a:buClr>
                <a:schemeClr val="dk1"/>
              </a:buClr>
              <a:buSzPts val="3000"/>
              <a:buFont typeface="STIX Two Text SemiBold"/>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text and image with footer" type="tx">
  <p:cSld name="TITLE_AND_BODY">
    <p:spTree>
      <p:nvGrpSpPr>
        <p:cNvPr id="372" name="Shape 372"/>
        <p:cNvGrpSpPr/>
        <p:nvPr/>
      </p:nvGrpSpPr>
      <p:grpSpPr>
        <a:xfrm>
          <a:off x="0" y="0"/>
          <a:ext cx="0" cy="0"/>
          <a:chOff x="0" y="0"/>
          <a:chExt cx="0" cy="0"/>
        </a:xfrm>
      </p:grpSpPr>
      <p:grpSp>
        <p:nvGrpSpPr>
          <p:cNvPr id="373" name="Google Shape;373;p29"/>
          <p:cNvGrpSpPr/>
          <p:nvPr/>
        </p:nvGrpSpPr>
        <p:grpSpPr>
          <a:xfrm>
            <a:off x="0" y="0"/>
            <a:ext cx="9144000" cy="4974501"/>
            <a:chOff x="0" y="0"/>
            <a:chExt cx="9144000" cy="4974501"/>
          </a:xfrm>
        </p:grpSpPr>
        <p:sp>
          <p:nvSpPr>
            <p:cNvPr id="374" name="Google Shape;374;p29"/>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2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6" name="Google Shape;37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7" name="Google Shape;377;p2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78" name="Google Shape;378;p29"/>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79" name="Google Shape;379;p29"/>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380" name="Google Shape;380;p29"/>
          <p:cNvSpPr txBox="1"/>
          <p:nvPr>
            <p:ph idx="3" type="subTitle"/>
          </p:nvPr>
        </p:nvSpPr>
        <p:spPr>
          <a:xfrm>
            <a:off x="457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381" name="Google Shape;381;p29"/>
          <p:cNvSpPr/>
          <p:nvPr>
            <p:ph idx="4" type="pic"/>
          </p:nvPr>
        </p:nvSpPr>
        <p:spPr>
          <a:xfrm>
            <a:off x="630200" y="860275"/>
            <a:ext cx="2124300" cy="1311600"/>
          </a:xfrm>
          <a:prstGeom prst="rect">
            <a:avLst/>
          </a:prstGeom>
          <a:noFill/>
          <a:ln>
            <a:noFill/>
          </a:ln>
        </p:spPr>
      </p:sp>
      <p:sp>
        <p:nvSpPr>
          <p:cNvPr id="382" name="Google Shape;382;p29"/>
          <p:cNvSpPr txBox="1"/>
          <p:nvPr>
            <p:ph idx="5" type="body"/>
          </p:nvPr>
        </p:nvSpPr>
        <p:spPr>
          <a:xfrm>
            <a:off x="548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383" name="Google Shape;383;p29"/>
          <p:cNvSpPr txBox="1"/>
          <p:nvPr>
            <p:ph idx="6" type="subTitle"/>
          </p:nvPr>
        </p:nvSpPr>
        <p:spPr>
          <a:xfrm>
            <a:off x="54870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384" name="Google Shape;384;p29"/>
          <p:cNvSpPr txBox="1"/>
          <p:nvPr>
            <p:ph idx="7" type="subTitle"/>
          </p:nvPr>
        </p:nvSpPr>
        <p:spPr>
          <a:xfrm>
            <a:off x="3319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385" name="Google Shape;385;p29"/>
          <p:cNvSpPr/>
          <p:nvPr>
            <p:ph idx="8" type="pic"/>
          </p:nvPr>
        </p:nvSpPr>
        <p:spPr>
          <a:xfrm>
            <a:off x="3492200" y="860275"/>
            <a:ext cx="2124300" cy="1311600"/>
          </a:xfrm>
          <a:prstGeom prst="rect">
            <a:avLst/>
          </a:prstGeom>
          <a:noFill/>
          <a:ln>
            <a:noFill/>
          </a:ln>
        </p:spPr>
      </p:sp>
      <p:sp>
        <p:nvSpPr>
          <p:cNvPr id="386" name="Google Shape;386;p29"/>
          <p:cNvSpPr txBox="1"/>
          <p:nvPr>
            <p:ph idx="9" type="subTitle"/>
          </p:nvPr>
        </p:nvSpPr>
        <p:spPr>
          <a:xfrm>
            <a:off x="341070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387" name="Google Shape;387;p29"/>
          <p:cNvSpPr txBox="1"/>
          <p:nvPr>
            <p:ph idx="13" type="subTitle"/>
          </p:nvPr>
        </p:nvSpPr>
        <p:spPr>
          <a:xfrm>
            <a:off x="6181175"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388" name="Google Shape;388;p29"/>
          <p:cNvSpPr txBox="1"/>
          <p:nvPr>
            <p:ph idx="14" type="body"/>
          </p:nvPr>
        </p:nvSpPr>
        <p:spPr>
          <a:xfrm>
            <a:off x="6272675" y="860275"/>
            <a:ext cx="2414100" cy="311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9" name="Google Shape;389;p29"/>
          <p:cNvSpPr txBox="1"/>
          <p:nvPr>
            <p:ph idx="15" type="body"/>
          </p:nvPr>
        </p:nvSpPr>
        <p:spPr>
          <a:xfrm>
            <a:off x="3410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bookmarks">
  <p:cSld name="TITLE_AND_BODY_1">
    <p:spTree>
      <p:nvGrpSpPr>
        <p:cNvPr id="390" name="Shape 390"/>
        <p:cNvGrpSpPr/>
        <p:nvPr/>
      </p:nvGrpSpPr>
      <p:grpSpPr>
        <a:xfrm>
          <a:off x="0" y="0"/>
          <a:ext cx="0" cy="0"/>
          <a:chOff x="0" y="0"/>
          <a:chExt cx="0" cy="0"/>
        </a:xfrm>
      </p:grpSpPr>
      <p:grpSp>
        <p:nvGrpSpPr>
          <p:cNvPr id="391" name="Google Shape;391;p30"/>
          <p:cNvGrpSpPr/>
          <p:nvPr/>
        </p:nvGrpSpPr>
        <p:grpSpPr>
          <a:xfrm>
            <a:off x="0" y="0"/>
            <a:ext cx="9144000" cy="4974501"/>
            <a:chOff x="0" y="0"/>
            <a:chExt cx="9144000" cy="4974501"/>
          </a:xfrm>
        </p:grpSpPr>
        <p:sp>
          <p:nvSpPr>
            <p:cNvPr id="392" name="Google Shape;392;p30"/>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3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4" name="Google Shape;39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95" name="Google Shape;395;p30"/>
          <p:cNvGrpSpPr/>
          <p:nvPr/>
        </p:nvGrpSpPr>
        <p:grpSpPr>
          <a:xfrm>
            <a:off x="457125" y="0"/>
            <a:ext cx="2505690" cy="4469981"/>
            <a:chOff x="457125" y="0"/>
            <a:chExt cx="2505690" cy="4469981"/>
          </a:xfrm>
        </p:grpSpPr>
        <p:sp>
          <p:nvSpPr>
            <p:cNvPr id="396" name="Google Shape;396;p30"/>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0"/>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98" name="Google Shape;398;p30"/>
          <p:cNvGrpSpPr/>
          <p:nvPr/>
        </p:nvGrpSpPr>
        <p:grpSpPr>
          <a:xfrm>
            <a:off x="3319150" y="0"/>
            <a:ext cx="2505690" cy="4469981"/>
            <a:chOff x="457125" y="0"/>
            <a:chExt cx="2505690" cy="4469981"/>
          </a:xfrm>
        </p:grpSpPr>
        <p:sp>
          <p:nvSpPr>
            <p:cNvPr id="399" name="Google Shape;399;p30"/>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0"/>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01" name="Google Shape;401;p30"/>
          <p:cNvGrpSpPr/>
          <p:nvPr/>
        </p:nvGrpSpPr>
        <p:grpSpPr>
          <a:xfrm>
            <a:off x="6181175" y="0"/>
            <a:ext cx="2505690" cy="4469981"/>
            <a:chOff x="457125" y="0"/>
            <a:chExt cx="2505690" cy="4469981"/>
          </a:xfrm>
        </p:grpSpPr>
        <p:sp>
          <p:nvSpPr>
            <p:cNvPr id="402" name="Google Shape;402;p30"/>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0"/>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4" name="Google Shape;404;p3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05" name="Google Shape;405;p30"/>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06" name="Google Shape;406;p30"/>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07" name="Google Shape;407;p30"/>
          <p:cNvSpPr txBox="1"/>
          <p:nvPr>
            <p:ph idx="3" type="subTitle"/>
          </p:nvPr>
        </p:nvSpPr>
        <p:spPr>
          <a:xfrm>
            <a:off x="457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08" name="Google Shape;408;p30"/>
          <p:cNvSpPr/>
          <p:nvPr>
            <p:ph idx="4" type="pic"/>
          </p:nvPr>
        </p:nvSpPr>
        <p:spPr>
          <a:xfrm>
            <a:off x="630200" y="860275"/>
            <a:ext cx="2124300" cy="1311600"/>
          </a:xfrm>
          <a:prstGeom prst="rect">
            <a:avLst/>
          </a:prstGeom>
          <a:noFill/>
          <a:ln>
            <a:noFill/>
          </a:ln>
        </p:spPr>
      </p:sp>
      <p:sp>
        <p:nvSpPr>
          <p:cNvPr id="409" name="Google Shape;409;p30"/>
          <p:cNvSpPr txBox="1"/>
          <p:nvPr>
            <p:ph idx="5" type="body"/>
          </p:nvPr>
        </p:nvSpPr>
        <p:spPr>
          <a:xfrm>
            <a:off x="548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0" name="Google Shape;410;p30"/>
          <p:cNvSpPr txBox="1"/>
          <p:nvPr>
            <p:ph idx="6" type="subTitle"/>
          </p:nvPr>
        </p:nvSpPr>
        <p:spPr>
          <a:xfrm>
            <a:off x="54865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11" name="Google Shape;411;p30"/>
          <p:cNvSpPr txBox="1"/>
          <p:nvPr>
            <p:ph idx="7" type="subTitle"/>
          </p:nvPr>
        </p:nvSpPr>
        <p:spPr>
          <a:xfrm>
            <a:off x="3319225"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12" name="Google Shape;412;p30"/>
          <p:cNvSpPr/>
          <p:nvPr>
            <p:ph idx="8" type="pic"/>
          </p:nvPr>
        </p:nvSpPr>
        <p:spPr>
          <a:xfrm>
            <a:off x="3492225" y="860275"/>
            <a:ext cx="2124300" cy="1311600"/>
          </a:xfrm>
          <a:prstGeom prst="rect">
            <a:avLst/>
          </a:prstGeom>
          <a:noFill/>
          <a:ln>
            <a:noFill/>
          </a:ln>
        </p:spPr>
      </p:sp>
      <p:sp>
        <p:nvSpPr>
          <p:cNvPr id="413" name="Google Shape;413;p30"/>
          <p:cNvSpPr txBox="1"/>
          <p:nvPr>
            <p:ph idx="9" type="subTitle"/>
          </p:nvPr>
        </p:nvSpPr>
        <p:spPr>
          <a:xfrm>
            <a:off x="3410725"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14" name="Google Shape;414;p30"/>
          <p:cNvSpPr txBox="1"/>
          <p:nvPr>
            <p:ph idx="13" type="subTitle"/>
          </p:nvPr>
        </p:nvSpPr>
        <p:spPr>
          <a:xfrm>
            <a:off x="618125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15" name="Google Shape;415;p30"/>
          <p:cNvSpPr/>
          <p:nvPr>
            <p:ph idx="14" type="pic"/>
          </p:nvPr>
        </p:nvSpPr>
        <p:spPr>
          <a:xfrm>
            <a:off x="6354250" y="860275"/>
            <a:ext cx="2124300" cy="1311600"/>
          </a:xfrm>
          <a:prstGeom prst="rect">
            <a:avLst/>
          </a:prstGeom>
          <a:noFill/>
          <a:ln>
            <a:noFill/>
          </a:ln>
        </p:spPr>
      </p:sp>
      <p:sp>
        <p:nvSpPr>
          <p:cNvPr id="416" name="Google Shape;416;p30"/>
          <p:cNvSpPr txBox="1"/>
          <p:nvPr>
            <p:ph idx="15" type="body"/>
          </p:nvPr>
        </p:nvSpPr>
        <p:spPr>
          <a:xfrm>
            <a:off x="627275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30"/>
          <p:cNvSpPr txBox="1"/>
          <p:nvPr>
            <p:ph idx="16" type="subTitle"/>
          </p:nvPr>
        </p:nvSpPr>
        <p:spPr>
          <a:xfrm>
            <a:off x="627275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18" name="Google Shape;418;p30"/>
          <p:cNvSpPr txBox="1"/>
          <p:nvPr>
            <p:ph idx="17" type="body"/>
          </p:nvPr>
        </p:nvSpPr>
        <p:spPr>
          <a:xfrm>
            <a:off x="3410725"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mparison" type="twoColTx">
  <p:cSld name="TITLE_AND_TWO_COLUMNS">
    <p:spTree>
      <p:nvGrpSpPr>
        <p:cNvPr id="419" name="Shape 419"/>
        <p:cNvGrpSpPr/>
        <p:nvPr/>
      </p:nvGrpSpPr>
      <p:grpSpPr>
        <a:xfrm>
          <a:off x="0" y="0"/>
          <a:ext cx="0" cy="0"/>
          <a:chOff x="0" y="0"/>
          <a:chExt cx="0" cy="0"/>
        </a:xfrm>
      </p:grpSpPr>
      <p:grpSp>
        <p:nvGrpSpPr>
          <p:cNvPr id="420" name="Google Shape;420;p31"/>
          <p:cNvGrpSpPr/>
          <p:nvPr/>
        </p:nvGrpSpPr>
        <p:grpSpPr>
          <a:xfrm>
            <a:off x="0" y="455100"/>
            <a:ext cx="9144000" cy="4519401"/>
            <a:chOff x="0" y="455100"/>
            <a:chExt cx="9144000" cy="4519401"/>
          </a:xfrm>
        </p:grpSpPr>
        <p:sp>
          <p:nvSpPr>
            <p:cNvPr id="421" name="Google Shape;421;p31"/>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1"/>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25" name="Google Shape;425;p31"/>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26" name="Google Shape;426;p31"/>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27" name="Google Shape;427;p31"/>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31"/>
          <p:cNvSpPr txBox="1"/>
          <p:nvPr>
            <p:ph type="title"/>
          </p:nvPr>
        </p:nvSpPr>
        <p:spPr>
          <a:xfrm>
            <a:off x="1218500" y="93055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9" name="Google Shape;429;p31"/>
          <p:cNvSpPr txBox="1"/>
          <p:nvPr>
            <p:ph idx="4" type="title"/>
          </p:nvPr>
        </p:nvSpPr>
        <p:spPr>
          <a:xfrm>
            <a:off x="4900025" y="93055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31"/>
          <p:cNvSpPr txBox="1"/>
          <p:nvPr>
            <p:ph idx="5" type="subTitle"/>
          </p:nvPr>
        </p:nvSpPr>
        <p:spPr>
          <a:xfrm>
            <a:off x="2404500" y="1572850"/>
            <a:ext cx="4335300" cy="38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31"/>
          <p:cNvSpPr txBox="1"/>
          <p:nvPr>
            <p:ph idx="6" type="body"/>
          </p:nvPr>
        </p:nvSpPr>
        <p:spPr>
          <a:xfrm>
            <a:off x="2404375" y="1956725"/>
            <a:ext cx="4335300" cy="6237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432" name="Google Shape;432;p31"/>
          <p:cNvSpPr txBox="1"/>
          <p:nvPr>
            <p:ph idx="7" type="title"/>
          </p:nvPr>
        </p:nvSpPr>
        <p:spPr>
          <a:xfrm>
            <a:off x="1218500" y="267960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3" name="Google Shape;433;p31"/>
          <p:cNvSpPr txBox="1"/>
          <p:nvPr>
            <p:ph idx="8" type="title"/>
          </p:nvPr>
        </p:nvSpPr>
        <p:spPr>
          <a:xfrm>
            <a:off x="4900025" y="267960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4" name="Google Shape;434;p31"/>
          <p:cNvSpPr txBox="1"/>
          <p:nvPr>
            <p:ph idx="9" type="subTitle"/>
          </p:nvPr>
        </p:nvSpPr>
        <p:spPr>
          <a:xfrm>
            <a:off x="2404500" y="3321900"/>
            <a:ext cx="4335300" cy="38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31"/>
          <p:cNvSpPr txBox="1"/>
          <p:nvPr>
            <p:ph idx="13" type="body"/>
          </p:nvPr>
        </p:nvSpPr>
        <p:spPr>
          <a:xfrm>
            <a:off x="2404375" y="3705777"/>
            <a:ext cx="4335300" cy="6237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comparison">
  <p:cSld name="TITLE_AND_TWO_COLUMNS_1">
    <p:spTree>
      <p:nvGrpSpPr>
        <p:cNvPr id="436" name="Shape 436"/>
        <p:cNvGrpSpPr/>
        <p:nvPr/>
      </p:nvGrpSpPr>
      <p:grpSpPr>
        <a:xfrm>
          <a:off x="0" y="0"/>
          <a:ext cx="0" cy="0"/>
          <a:chOff x="0" y="0"/>
          <a:chExt cx="0" cy="0"/>
        </a:xfrm>
      </p:grpSpPr>
      <p:grpSp>
        <p:nvGrpSpPr>
          <p:cNvPr id="437" name="Google Shape;437;p32"/>
          <p:cNvGrpSpPr/>
          <p:nvPr/>
        </p:nvGrpSpPr>
        <p:grpSpPr>
          <a:xfrm>
            <a:off x="0" y="455100"/>
            <a:ext cx="9144000" cy="4519401"/>
            <a:chOff x="0" y="455100"/>
            <a:chExt cx="9144000" cy="4519401"/>
          </a:xfrm>
        </p:grpSpPr>
        <p:sp>
          <p:nvSpPr>
            <p:cNvPr id="438" name="Google Shape;438;p3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42" name="Google Shape;442;p32"/>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43" name="Google Shape;443;p32"/>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44" name="Google Shape;444;p32"/>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32"/>
          <p:cNvSpPr txBox="1"/>
          <p:nvPr>
            <p:ph type="title"/>
          </p:nvPr>
        </p:nvSpPr>
        <p:spPr>
          <a:xfrm>
            <a:off x="1218500" y="1770750"/>
            <a:ext cx="3025500" cy="6237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6" name="Google Shape;446;p32"/>
          <p:cNvSpPr txBox="1"/>
          <p:nvPr>
            <p:ph idx="4" type="title"/>
          </p:nvPr>
        </p:nvSpPr>
        <p:spPr>
          <a:xfrm>
            <a:off x="1218500" y="2749050"/>
            <a:ext cx="3025500" cy="623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7" name="Google Shape;447;p32"/>
          <p:cNvSpPr txBox="1"/>
          <p:nvPr>
            <p:ph idx="5" type="subTitle"/>
          </p:nvPr>
        </p:nvSpPr>
        <p:spPr>
          <a:xfrm>
            <a:off x="1218550" y="2457900"/>
            <a:ext cx="3025500" cy="2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32"/>
          <p:cNvSpPr txBox="1"/>
          <p:nvPr>
            <p:ph idx="6" type="subTitle"/>
          </p:nvPr>
        </p:nvSpPr>
        <p:spPr>
          <a:xfrm>
            <a:off x="4829450" y="1469400"/>
            <a:ext cx="3961800" cy="37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9" name="Google Shape;449;p32"/>
          <p:cNvSpPr txBox="1"/>
          <p:nvPr>
            <p:ph idx="7"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with footer">
  <p:cSld name="TITLE_AND_TWO_COLUMNS_1_1">
    <p:spTree>
      <p:nvGrpSpPr>
        <p:cNvPr id="450" name="Shape 450"/>
        <p:cNvGrpSpPr/>
        <p:nvPr/>
      </p:nvGrpSpPr>
      <p:grpSpPr>
        <a:xfrm>
          <a:off x="0" y="0"/>
          <a:ext cx="0" cy="0"/>
          <a:chOff x="0" y="0"/>
          <a:chExt cx="0" cy="0"/>
        </a:xfrm>
      </p:grpSpPr>
      <p:grpSp>
        <p:nvGrpSpPr>
          <p:cNvPr id="451" name="Google Shape;451;p33"/>
          <p:cNvGrpSpPr/>
          <p:nvPr/>
        </p:nvGrpSpPr>
        <p:grpSpPr>
          <a:xfrm>
            <a:off x="0" y="455100"/>
            <a:ext cx="9144000" cy="4519401"/>
            <a:chOff x="0" y="455100"/>
            <a:chExt cx="9144000" cy="4519401"/>
          </a:xfrm>
        </p:grpSpPr>
        <p:sp>
          <p:nvSpPr>
            <p:cNvPr id="452" name="Google Shape;452;p3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3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3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5" name="Google Shape;455;p3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56" name="Google Shape;456;p33"/>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57" name="Google Shape;457;p33"/>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58" name="Google Shape;458;p33"/>
          <p:cNvSpPr txBox="1"/>
          <p:nvPr>
            <p:ph type="ctrTitle"/>
          </p:nvPr>
        </p:nvSpPr>
        <p:spPr>
          <a:xfrm>
            <a:off x="352550" y="2171700"/>
            <a:ext cx="32199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59" name="Google Shape;459;p33"/>
          <p:cNvSpPr txBox="1"/>
          <p:nvPr>
            <p:ph idx="3" type="subTitle"/>
          </p:nvPr>
        </p:nvSpPr>
        <p:spPr>
          <a:xfrm>
            <a:off x="4829450" y="1625000"/>
            <a:ext cx="39618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0" name="Google Shape;460;p33"/>
          <p:cNvSpPr txBox="1"/>
          <p:nvPr>
            <p:ph idx="4"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1_1">
    <p:spTree>
      <p:nvGrpSpPr>
        <p:cNvPr id="461" name="Shape 461"/>
        <p:cNvGrpSpPr/>
        <p:nvPr/>
      </p:nvGrpSpPr>
      <p:grpSpPr>
        <a:xfrm>
          <a:off x="0" y="0"/>
          <a:ext cx="0" cy="0"/>
          <a:chOff x="0" y="0"/>
          <a:chExt cx="0" cy="0"/>
        </a:xfrm>
      </p:grpSpPr>
      <p:grpSp>
        <p:nvGrpSpPr>
          <p:cNvPr id="462" name="Google Shape;462;p34"/>
          <p:cNvGrpSpPr/>
          <p:nvPr/>
        </p:nvGrpSpPr>
        <p:grpSpPr>
          <a:xfrm>
            <a:off x="0" y="455100"/>
            <a:ext cx="9144000" cy="4519401"/>
            <a:chOff x="0" y="455100"/>
            <a:chExt cx="9144000" cy="4519401"/>
          </a:xfrm>
        </p:grpSpPr>
        <p:sp>
          <p:nvSpPr>
            <p:cNvPr id="463" name="Google Shape;463;p3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3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3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6" name="Google Shape;466;p3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67" name="Google Shape;467;p34"/>
          <p:cNvSpPr txBox="1"/>
          <p:nvPr>
            <p:ph idx="1" type="subTitle"/>
          </p:nvPr>
        </p:nvSpPr>
        <p:spPr>
          <a:xfrm>
            <a:off x="4829450" y="1469400"/>
            <a:ext cx="3961800" cy="37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8" name="Google Shape;468;p34"/>
          <p:cNvSpPr txBox="1"/>
          <p:nvPr>
            <p:ph idx="2"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34"/>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s timeline" type="titleOnly">
  <p:cSld name="TITLE_ONLY">
    <p:spTree>
      <p:nvGrpSpPr>
        <p:cNvPr id="470" name="Shape 470"/>
        <p:cNvGrpSpPr/>
        <p:nvPr/>
      </p:nvGrpSpPr>
      <p:grpSpPr>
        <a:xfrm>
          <a:off x="0" y="0"/>
          <a:ext cx="0" cy="0"/>
          <a:chOff x="0" y="0"/>
          <a:chExt cx="0" cy="0"/>
        </a:xfrm>
      </p:grpSpPr>
      <p:grpSp>
        <p:nvGrpSpPr>
          <p:cNvPr id="471" name="Google Shape;471;p35"/>
          <p:cNvGrpSpPr/>
          <p:nvPr/>
        </p:nvGrpSpPr>
        <p:grpSpPr>
          <a:xfrm>
            <a:off x="0" y="1"/>
            <a:ext cx="9144000" cy="4974501"/>
            <a:chOff x="0" y="0"/>
            <a:chExt cx="9144000" cy="4974501"/>
          </a:xfrm>
        </p:grpSpPr>
        <p:sp>
          <p:nvSpPr>
            <p:cNvPr id="472" name="Google Shape;472;p35"/>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3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4" name="Google Shape;474;p35"/>
          <p:cNvSpPr txBox="1"/>
          <p:nvPr>
            <p:ph idx="1" type="subTitle"/>
          </p:nvPr>
        </p:nvSpPr>
        <p:spPr>
          <a:xfrm>
            <a:off x="4118875" y="277175"/>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5" name="Google Shape;475;p35"/>
          <p:cNvSpPr txBox="1"/>
          <p:nvPr>
            <p:ph idx="2" type="body"/>
          </p:nvPr>
        </p:nvSpPr>
        <p:spPr>
          <a:xfrm>
            <a:off x="4118875" y="653675"/>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6" name="Google Shape;47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3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78" name="Google Shape;478;p35"/>
          <p:cNvSpPr txBox="1"/>
          <p:nvPr>
            <p:ph idx="3"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79" name="Google Shape;479;p35"/>
          <p:cNvSpPr txBox="1"/>
          <p:nvPr>
            <p:ph idx="4"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80" name="Google Shape;480;p35"/>
          <p:cNvSpPr/>
          <p:nvPr/>
        </p:nvSpPr>
        <p:spPr>
          <a:xfrm>
            <a:off x="0" y="0"/>
            <a:ext cx="9143625" cy="4449575"/>
          </a:xfrm>
          <a:custGeom>
            <a:rect b="b" l="l" r="r" t="t"/>
            <a:pathLst>
              <a:path extrusionOk="0" h="177983" w="365745">
                <a:moveTo>
                  <a:pt x="0" y="177983"/>
                </a:moveTo>
                <a:lnTo>
                  <a:pt x="168557" y="177965"/>
                </a:lnTo>
                <a:lnTo>
                  <a:pt x="365745" y="0"/>
                </a:lnTo>
              </a:path>
            </a:pathLst>
          </a:custGeom>
          <a:noFill/>
          <a:ln cap="flat" cmpd="sng" w="38100">
            <a:solidFill>
              <a:schemeClr val="dk1"/>
            </a:solidFill>
            <a:prstDash val="solid"/>
            <a:round/>
            <a:headEnd len="med" w="med" type="none"/>
            <a:tailEnd len="med" w="med" type="none"/>
          </a:ln>
        </p:spPr>
      </p:sp>
      <p:sp>
        <p:nvSpPr>
          <p:cNvPr id="481" name="Google Shape;481;p35"/>
          <p:cNvSpPr txBox="1"/>
          <p:nvPr>
            <p:ph idx="5" type="body"/>
          </p:nvPr>
        </p:nvSpPr>
        <p:spPr>
          <a:xfrm>
            <a:off x="3661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35"/>
          <p:cNvSpPr txBox="1"/>
          <p:nvPr>
            <p:ph idx="6" type="subTitle"/>
          </p:nvPr>
        </p:nvSpPr>
        <p:spPr>
          <a:xfrm>
            <a:off x="2242500" y="181600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3" name="Google Shape;483;p35"/>
          <p:cNvSpPr txBox="1"/>
          <p:nvPr>
            <p:ph idx="7" type="body"/>
          </p:nvPr>
        </p:nvSpPr>
        <p:spPr>
          <a:xfrm>
            <a:off x="2242500" y="219250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4" name="Google Shape;484;p35"/>
          <p:cNvSpPr txBox="1"/>
          <p:nvPr>
            <p:ph idx="8" type="subTitle"/>
          </p:nvPr>
        </p:nvSpPr>
        <p:spPr>
          <a:xfrm>
            <a:off x="366100" y="304345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oints timeline">
  <p:cSld name="TITLE_ONLY_1">
    <p:spTree>
      <p:nvGrpSpPr>
        <p:cNvPr id="485" name="Shape 485"/>
        <p:cNvGrpSpPr/>
        <p:nvPr/>
      </p:nvGrpSpPr>
      <p:grpSpPr>
        <a:xfrm>
          <a:off x="0" y="0"/>
          <a:ext cx="0" cy="0"/>
          <a:chOff x="0" y="0"/>
          <a:chExt cx="0" cy="0"/>
        </a:xfrm>
      </p:grpSpPr>
      <p:grpSp>
        <p:nvGrpSpPr>
          <p:cNvPr id="486" name="Google Shape;486;p36"/>
          <p:cNvGrpSpPr/>
          <p:nvPr/>
        </p:nvGrpSpPr>
        <p:grpSpPr>
          <a:xfrm>
            <a:off x="0" y="1"/>
            <a:ext cx="9144000" cy="4974501"/>
            <a:chOff x="0" y="0"/>
            <a:chExt cx="9144000" cy="4974501"/>
          </a:xfrm>
        </p:grpSpPr>
        <p:sp>
          <p:nvSpPr>
            <p:cNvPr id="487" name="Google Shape;487;p36"/>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8" name="Google Shape;488;p3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9" name="Google Shape;48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0" name="Google Shape;490;p3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91" name="Google Shape;491;p36"/>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92" name="Google Shape;492;p36"/>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93" name="Google Shape;493;p36"/>
          <p:cNvSpPr txBox="1"/>
          <p:nvPr>
            <p:ph idx="3" type="subTitle"/>
          </p:nvPr>
        </p:nvSpPr>
        <p:spPr>
          <a:xfrm>
            <a:off x="4118875" y="277175"/>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4" name="Google Shape;494;p36"/>
          <p:cNvSpPr txBox="1"/>
          <p:nvPr>
            <p:ph idx="4" type="body"/>
          </p:nvPr>
        </p:nvSpPr>
        <p:spPr>
          <a:xfrm>
            <a:off x="4118875" y="653675"/>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5" name="Google Shape;495;p36"/>
          <p:cNvSpPr/>
          <p:nvPr/>
        </p:nvSpPr>
        <p:spPr>
          <a:xfrm flipH="1">
            <a:off x="0" y="0"/>
            <a:ext cx="9143625" cy="4449575"/>
          </a:xfrm>
          <a:custGeom>
            <a:rect b="b" l="l" r="r" t="t"/>
            <a:pathLst>
              <a:path extrusionOk="0" h="177983" w="365745">
                <a:moveTo>
                  <a:pt x="0" y="177983"/>
                </a:moveTo>
                <a:lnTo>
                  <a:pt x="168557" y="177965"/>
                </a:lnTo>
                <a:lnTo>
                  <a:pt x="365745" y="0"/>
                </a:lnTo>
              </a:path>
            </a:pathLst>
          </a:custGeom>
          <a:noFill/>
          <a:ln cap="flat" cmpd="sng" w="38100">
            <a:solidFill>
              <a:schemeClr val="dk1"/>
            </a:solidFill>
            <a:prstDash val="solid"/>
            <a:round/>
            <a:headEnd len="med" w="med" type="none"/>
            <a:tailEnd len="med" w="med" type="none"/>
          </a:ln>
        </p:spPr>
      </p:sp>
      <p:sp>
        <p:nvSpPr>
          <p:cNvPr id="496" name="Google Shape;496;p36"/>
          <p:cNvSpPr txBox="1"/>
          <p:nvPr>
            <p:ph idx="5" type="subTitle"/>
          </p:nvPr>
        </p:nvSpPr>
        <p:spPr>
          <a:xfrm>
            <a:off x="5953000" y="304345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7" name="Google Shape;497;p36"/>
          <p:cNvSpPr txBox="1"/>
          <p:nvPr>
            <p:ph idx="6" type="body"/>
          </p:nvPr>
        </p:nvSpPr>
        <p:spPr>
          <a:xfrm>
            <a:off x="59530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TITLE_ONLY_1_1">
    <p:spTree>
      <p:nvGrpSpPr>
        <p:cNvPr id="498" name="Shape 498"/>
        <p:cNvGrpSpPr/>
        <p:nvPr/>
      </p:nvGrpSpPr>
      <p:grpSpPr>
        <a:xfrm>
          <a:off x="0" y="0"/>
          <a:ext cx="0" cy="0"/>
          <a:chOff x="0" y="0"/>
          <a:chExt cx="0" cy="0"/>
        </a:xfrm>
      </p:grpSpPr>
      <p:grpSp>
        <p:nvGrpSpPr>
          <p:cNvPr id="499" name="Google Shape;499;p37"/>
          <p:cNvGrpSpPr/>
          <p:nvPr/>
        </p:nvGrpSpPr>
        <p:grpSpPr>
          <a:xfrm>
            <a:off x="0" y="1"/>
            <a:ext cx="9144000" cy="4974501"/>
            <a:chOff x="0" y="0"/>
            <a:chExt cx="9144000" cy="4974501"/>
          </a:xfrm>
        </p:grpSpPr>
        <p:sp>
          <p:nvSpPr>
            <p:cNvPr id="500" name="Google Shape;500;p37"/>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3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2" name="Google Shape;50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3" name="Google Shape;503;p3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cxnSp>
        <p:nvCxnSpPr>
          <p:cNvPr id="504" name="Google Shape;504;p37"/>
          <p:cNvCxnSpPr/>
          <p:nvPr/>
        </p:nvCxnSpPr>
        <p:spPr>
          <a:xfrm>
            <a:off x="4050" y="3613075"/>
            <a:ext cx="5897700" cy="0"/>
          </a:xfrm>
          <a:prstGeom prst="straightConnector1">
            <a:avLst/>
          </a:prstGeom>
          <a:noFill/>
          <a:ln cap="flat" cmpd="sng" w="38100">
            <a:solidFill>
              <a:schemeClr val="dk1"/>
            </a:solidFill>
            <a:prstDash val="solid"/>
            <a:round/>
            <a:headEnd len="med" w="med" type="none"/>
            <a:tailEnd len="med" w="med" type="none"/>
          </a:ln>
        </p:spPr>
      </p:cxnSp>
      <p:sp>
        <p:nvSpPr>
          <p:cNvPr id="505" name="Google Shape;505;p37"/>
          <p:cNvSpPr txBox="1"/>
          <p:nvPr>
            <p:ph idx="1" type="body"/>
          </p:nvPr>
        </p:nvSpPr>
        <p:spPr>
          <a:xfrm>
            <a:off x="59530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ONLY_1_1_1">
    <p:spTree>
      <p:nvGrpSpPr>
        <p:cNvPr id="506" name="Shape 506"/>
        <p:cNvGrpSpPr/>
        <p:nvPr/>
      </p:nvGrpSpPr>
      <p:grpSpPr>
        <a:xfrm>
          <a:off x="0" y="0"/>
          <a:ext cx="0" cy="0"/>
          <a:chOff x="0" y="0"/>
          <a:chExt cx="0" cy="0"/>
        </a:xfrm>
      </p:grpSpPr>
      <p:grpSp>
        <p:nvGrpSpPr>
          <p:cNvPr id="507" name="Google Shape;507;p38"/>
          <p:cNvGrpSpPr/>
          <p:nvPr/>
        </p:nvGrpSpPr>
        <p:grpSpPr>
          <a:xfrm>
            <a:off x="0" y="1"/>
            <a:ext cx="9144000" cy="4974501"/>
            <a:chOff x="0" y="0"/>
            <a:chExt cx="9144000" cy="4974501"/>
          </a:xfrm>
        </p:grpSpPr>
        <p:sp>
          <p:nvSpPr>
            <p:cNvPr id="508" name="Google Shape;508;p38"/>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3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0" name="Google Shape;51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3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12" name="Google Shape;512;p38"/>
          <p:cNvSpPr/>
          <p:nvPr>
            <p:ph idx="2" type="pic"/>
          </p:nvPr>
        </p:nvSpPr>
        <p:spPr>
          <a:xfrm>
            <a:off x="457200" y="409650"/>
            <a:ext cx="8229600" cy="38442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ONLY_1_1_1_1">
    <p:spTree>
      <p:nvGrpSpPr>
        <p:cNvPr id="513" name="Shape 513"/>
        <p:cNvGrpSpPr/>
        <p:nvPr/>
      </p:nvGrpSpPr>
      <p:grpSpPr>
        <a:xfrm>
          <a:off x="0" y="0"/>
          <a:ext cx="0" cy="0"/>
          <a:chOff x="0" y="0"/>
          <a:chExt cx="0" cy="0"/>
        </a:xfrm>
      </p:grpSpPr>
      <p:grpSp>
        <p:nvGrpSpPr>
          <p:cNvPr id="514" name="Google Shape;514;p39"/>
          <p:cNvGrpSpPr/>
          <p:nvPr/>
        </p:nvGrpSpPr>
        <p:grpSpPr>
          <a:xfrm>
            <a:off x="0" y="1"/>
            <a:ext cx="9144000" cy="4974501"/>
            <a:chOff x="0" y="0"/>
            <a:chExt cx="9144000" cy="4974501"/>
          </a:xfrm>
        </p:grpSpPr>
        <p:sp>
          <p:nvSpPr>
            <p:cNvPr id="515" name="Google Shape;515;p39"/>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3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7" name="Google Shape;51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8" name="Google Shape;518;p3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19" name="Google Shape;519;p39"/>
          <p:cNvSpPr/>
          <p:nvPr>
            <p:ph idx="2" type="pic"/>
          </p:nvPr>
        </p:nvSpPr>
        <p:spPr>
          <a:xfrm>
            <a:off x="457200" y="1013475"/>
            <a:ext cx="2652900" cy="1020900"/>
          </a:xfrm>
          <a:prstGeom prst="rect">
            <a:avLst/>
          </a:prstGeom>
          <a:noFill/>
          <a:ln>
            <a:noFill/>
          </a:ln>
        </p:spPr>
      </p:sp>
      <p:sp>
        <p:nvSpPr>
          <p:cNvPr id="520" name="Google Shape;520;p39"/>
          <p:cNvSpPr/>
          <p:nvPr>
            <p:ph idx="3" type="pic"/>
          </p:nvPr>
        </p:nvSpPr>
        <p:spPr>
          <a:xfrm>
            <a:off x="3245513" y="1013475"/>
            <a:ext cx="2652900" cy="1020900"/>
          </a:xfrm>
          <a:prstGeom prst="rect">
            <a:avLst/>
          </a:prstGeom>
          <a:noFill/>
          <a:ln>
            <a:noFill/>
          </a:ln>
        </p:spPr>
      </p:sp>
      <p:sp>
        <p:nvSpPr>
          <p:cNvPr id="521" name="Google Shape;521;p39"/>
          <p:cNvSpPr/>
          <p:nvPr>
            <p:ph idx="4" type="pic"/>
          </p:nvPr>
        </p:nvSpPr>
        <p:spPr>
          <a:xfrm>
            <a:off x="6033825" y="1013475"/>
            <a:ext cx="2652900" cy="1020900"/>
          </a:xfrm>
          <a:prstGeom prst="rect">
            <a:avLst/>
          </a:prstGeom>
          <a:noFill/>
          <a:ln>
            <a:noFill/>
          </a:ln>
        </p:spPr>
      </p:sp>
      <p:sp>
        <p:nvSpPr>
          <p:cNvPr id="522" name="Google Shape;522;p39"/>
          <p:cNvSpPr txBox="1"/>
          <p:nvPr>
            <p:ph type="title"/>
          </p:nvPr>
        </p:nvSpPr>
        <p:spPr>
          <a:xfrm>
            <a:off x="366100" y="246950"/>
            <a:ext cx="8411700" cy="623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523" name="Google Shape;523;p39"/>
          <p:cNvSpPr/>
          <p:nvPr>
            <p:ph idx="5" type="pic"/>
          </p:nvPr>
        </p:nvSpPr>
        <p:spPr>
          <a:xfrm>
            <a:off x="457200" y="2174925"/>
            <a:ext cx="2652900" cy="1020900"/>
          </a:xfrm>
          <a:prstGeom prst="rect">
            <a:avLst/>
          </a:prstGeom>
          <a:noFill/>
          <a:ln>
            <a:noFill/>
          </a:ln>
        </p:spPr>
      </p:sp>
      <p:sp>
        <p:nvSpPr>
          <p:cNvPr id="524" name="Google Shape;524;p39"/>
          <p:cNvSpPr/>
          <p:nvPr>
            <p:ph idx="6" type="pic"/>
          </p:nvPr>
        </p:nvSpPr>
        <p:spPr>
          <a:xfrm>
            <a:off x="3245513" y="2174925"/>
            <a:ext cx="2652900" cy="1020900"/>
          </a:xfrm>
          <a:prstGeom prst="rect">
            <a:avLst/>
          </a:prstGeom>
          <a:noFill/>
          <a:ln>
            <a:noFill/>
          </a:ln>
        </p:spPr>
      </p:sp>
      <p:sp>
        <p:nvSpPr>
          <p:cNvPr id="525" name="Google Shape;525;p39"/>
          <p:cNvSpPr/>
          <p:nvPr>
            <p:ph idx="7" type="pic"/>
          </p:nvPr>
        </p:nvSpPr>
        <p:spPr>
          <a:xfrm>
            <a:off x="6033825" y="2174925"/>
            <a:ext cx="2652900" cy="1020900"/>
          </a:xfrm>
          <a:prstGeom prst="rect">
            <a:avLst/>
          </a:prstGeom>
          <a:noFill/>
          <a:ln>
            <a:noFill/>
          </a:ln>
        </p:spPr>
      </p:sp>
      <p:sp>
        <p:nvSpPr>
          <p:cNvPr id="526" name="Google Shape;526;p39"/>
          <p:cNvSpPr/>
          <p:nvPr>
            <p:ph idx="8" type="pic"/>
          </p:nvPr>
        </p:nvSpPr>
        <p:spPr>
          <a:xfrm>
            <a:off x="457200" y="3336375"/>
            <a:ext cx="2652900" cy="1020900"/>
          </a:xfrm>
          <a:prstGeom prst="rect">
            <a:avLst/>
          </a:prstGeom>
          <a:noFill/>
          <a:ln>
            <a:noFill/>
          </a:ln>
        </p:spPr>
      </p:sp>
      <p:sp>
        <p:nvSpPr>
          <p:cNvPr id="527" name="Google Shape;527;p39"/>
          <p:cNvSpPr/>
          <p:nvPr>
            <p:ph idx="9" type="pic"/>
          </p:nvPr>
        </p:nvSpPr>
        <p:spPr>
          <a:xfrm>
            <a:off x="3245513" y="3336375"/>
            <a:ext cx="2652900" cy="1020900"/>
          </a:xfrm>
          <a:prstGeom prst="rect">
            <a:avLst/>
          </a:prstGeom>
          <a:noFill/>
          <a:ln>
            <a:noFill/>
          </a:ln>
        </p:spPr>
      </p:sp>
      <p:sp>
        <p:nvSpPr>
          <p:cNvPr id="528" name="Google Shape;528;p39"/>
          <p:cNvSpPr/>
          <p:nvPr>
            <p:ph idx="13" type="pic"/>
          </p:nvPr>
        </p:nvSpPr>
        <p:spPr>
          <a:xfrm>
            <a:off x="6033825" y="3336375"/>
            <a:ext cx="2652900" cy="1020900"/>
          </a:xfrm>
          <a:prstGeom prst="rect">
            <a:avLst/>
          </a:prstGeom>
          <a:noFill/>
          <a:ln>
            <a:noFill/>
          </a:ln>
        </p:spPr>
      </p:sp>
    </p:spTree>
  </p:cSld>
  <p:clrMapOvr>
    <a:masterClrMapping/>
  </p:clrMapOvr>
  <p:extLst>
    <p:ext uri="{DCECCB84-F9BA-43D5-87BE-67443E8EF086}">
      <p15:sldGuideLst>
        <p15:guide id="1" orient="horz" pos="287">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p:cSld name="CUSTOM_2">
    <p:spTree>
      <p:nvGrpSpPr>
        <p:cNvPr id="529" name="Shape 529"/>
        <p:cNvGrpSpPr/>
        <p:nvPr/>
      </p:nvGrpSpPr>
      <p:grpSpPr>
        <a:xfrm>
          <a:off x="0" y="0"/>
          <a:ext cx="0" cy="0"/>
          <a:chOff x="0" y="0"/>
          <a:chExt cx="0" cy="0"/>
        </a:xfrm>
      </p:grpSpPr>
      <p:grpSp>
        <p:nvGrpSpPr>
          <p:cNvPr id="530" name="Google Shape;530;p40"/>
          <p:cNvGrpSpPr/>
          <p:nvPr/>
        </p:nvGrpSpPr>
        <p:grpSpPr>
          <a:xfrm>
            <a:off x="0" y="455100"/>
            <a:ext cx="9144000" cy="4519401"/>
            <a:chOff x="0" y="455100"/>
            <a:chExt cx="9144000" cy="4519401"/>
          </a:xfrm>
        </p:grpSpPr>
        <p:sp>
          <p:nvSpPr>
            <p:cNvPr id="531" name="Google Shape;531;p4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4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4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34" name="Google Shape;534;p4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35" name="Google Shape;535;p40"/>
          <p:cNvSpPr/>
          <p:nvPr/>
        </p:nvSpPr>
        <p:spPr>
          <a:xfrm>
            <a:off x="4931375" y="1662400"/>
            <a:ext cx="3755400" cy="2696100"/>
          </a:xfrm>
          <a:prstGeom prst="roundRect">
            <a:avLst>
              <a:gd fmla="val 9698"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40"/>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537" name="Google Shape;537;p40"/>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538" name="Google Shape;538;p40"/>
          <p:cNvSpPr txBox="1"/>
          <p:nvPr>
            <p:ph type="title"/>
          </p:nvPr>
        </p:nvSpPr>
        <p:spPr>
          <a:xfrm>
            <a:off x="366100" y="655945"/>
            <a:ext cx="3025500" cy="623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9" name="Google Shape;539;p40"/>
          <p:cNvSpPr txBox="1"/>
          <p:nvPr>
            <p:ph idx="3" type="title"/>
          </p:nvPr>
        </p:nvSpPr>
        <p:spPr>
          <a:xfrm>
            <a:off x="4842350" y="655945"/>
            <a:ext cx="3025500" cy="623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40" name="Google Shape;540;p40"/>
          <p:cNvSpPr txBox="1"/>
          <p:nvPr>
            <p:ph idx="4" type="body"/>
          </p:nvPr>
        </p:nvSpPr>
        <p:spPr>
          <a:xfrm>
            <a:off x="366100" y="1662400"/>
            <a:ext cx="3850800" cy="269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1" name="Google Shape;541;p40"/>
          <p:cNvSpPr txBox="1"/>
          <p:nvPr>
            <p:ph idx="5" type="body"/>
          </p:nvPr>
        </p:nvSpPr>
        <p:spPr>
          <a:xfrm>
            <a:off x="5169875" y="2986175"/>
            <a:ext cx="3278400" cy="10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2" name="Google Shape;542;p40"/>
          <p:cNvSpPr txBox="1"/>
          <p:nvPr>
            <p:ph idx="6" type="subTitle"/>
          </p:nvPr>
        </p:nvSpPr>
        <p:spPr>
          <a:xfrm>
            <a:off x="5171425" y="2526550"/>
            <a:ext cx="3278400" cy="3705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details">
  <p:cSld name="CUSTOM_3">
    <p:bg>
      <p:bgPr>
        <a:solidFill>
          <a:schemeClr val="lt2"/>
        </a:solidFill>
      </p:bgPr>
    </p:bg>
    <p:spTree>
      <p:nvGrpSpPr>
        <p:cNvPr id="543" name="Shape 543"/>
        <p:cNvGrpSpPr/>
        <p:nvPr/>
      </p:nvGrpSpPr>
      <p:grpSpPr>
        <a:xfrm>
          <a:off x="0" y="0"/>
          <a:ext cx="0" cy="0"/>
          <a:chOff x="0" y="0"/>
          <a:chExt cx="0" cy="0"/>
        </a:xfrm>
      </p:grpSpPr>
      <p:sp>
        <p:nvSpPr>
          <p:cNvPr id="544" name="Google Shape;544;p41"/>
          <p:cNvSpPr/>
          <p:nvPr/>
        </p:nvSpPr>
        <p:spPr>
          <a:xfrm flipH="1">
            <a:off x="34320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41"/>
          <p:cNvSpPr/>
          <p:nvPr/>
        </p:nvSpPr>
        <p:spPr>
          <a:xfrm flipH="1" rot="-5400000">
            <a:off x="34322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41"/>
          <p:cNvSpPr/>
          <p:nvPr/>
        </p:nvSpPr>
        <p:spPr>
          <a:xfrm flipH="1" rot="10800000">
            <a:off x="34322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47" name="Google Shape;547;p41"/>
          <p:cNvGrpSpPr/>
          <p:nvPr/>
        </p:nvGrpSpPr>
        <p:grpSpPr>
          <a:xfrm flipH="1">
            <a:off x="85800" y="76325"/>
            <a:ext cx="7808400" cy="5067300"/>
            <a:chOff x="1249800" y="76325"/>
            <a:chExt cx="7808400" cy="5067300"/>
          </a:xfrm>
        </p:grpSpPr>
        <p:cxnSp>
          <p:nvCxnSpPr>
            <p:cNvPr id="548" name="Google Shape;548;p41"/>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549" name="Google Shape;549;p41"/>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550" name="Google Shape;550;p41"/>
          <p:cNvGrpSpPr/>
          <p:nvPr/>
        </p:nvGrpSpPr>
        <p:grpSpPr>
          <a:xfrm flipH="1">
            <a:off x="171600" y="162125"/>
            <a:ext cx="7722600" cy="4981500"/>
            <a:chOff x="1249800" y="162125"/>
            <a:chExt cx="7722600" cy="4981500"/>
          </a:xfrm>
        </p:grpSpPr>
        <p:cxnSp>
          <p:nvCxnSpPr>
            <p:cNvPr id="551" name="Google Shape;551;p41"/>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552" name="Google Shape;552;p41"/>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553" name="Google Shape;553;p41"/>
          <p:cNvGrpSpPr/>
          <p:nvPr/>
        </p:nvGrpSpPr>
        <p:grpSpPr>
          <a:xfrm flipH="1">
            <a:off x="257400" y="247925"/>
            <a:ext cx="7636800" cy="4895700"/>
            <a:chOff x="1249800" y="247925"/>
            <a:chExt cx="7636800" cy="4895700"/>
          </a:xfrm>
        </p:grpSpPr>
        <p:cxnSp>
          <p:nvCxnSpPr>
            <p:cNvPr id="554" name="Google Shape;554;p41"/>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555" name="Google Shape;555;p41"/>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556" name="Google Shape;556;p41"/>
          <p:cNvSpPr txBox="1"/>
          <p:nvPr>
            <p:ph type="ctrTitle"/>
          </p:nvPr>
        </p:nvSpPr>
        <p:spPr>
          <a:xfrm>
            <a:off x="1375800" y="1703150"/>
            <a:ext cx="5485800" cy="173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4800"/>
              <a:buFont typeface="STIX Two Text SemiBold"/>
              <a:buNone/>
              <a:defRPr sz="4800">
                <a:solidFill>
                  <a:schemeClr val="accent2"/>
                </a:solidFill>
              </a:defRPr>
            </a:lvl1pPr>
            <a:lvl2pPr lvl="1" algn="ctr">
              <a:spcBef>
                <a:spcPts val="0"/>
              </a:spcBef>
              <a:spcAft>
                <a:spcPts val="0"/>
              </a:spcAft>
              <a:buClr>
                <a:schemeClr val="accent2"/>
              </a:buClr>
              <a:buSzPts val="4800"/>
              <a:buNone/>
              <a:defRPr sz="4800">
                <a:solidFill>
                  <a:schemeClr val="accent2"/>
                </a:solidFill>
              </a:defRPr>
            </a:lvl2pPr>
            <a:lvl3pPr lvl="2" algn="ctr">
              <a:spcBef>
                <a:spcPts val="0"/>
              </a:spcBef>
              <a:spcAft>
                <a:spcPts val="0"/>
              </a:spcAft>
              <a:buClr>
                <a:schemeClr val="accent2"/>
              </a:buClr>
              <a:buSzPts val="4800"/>
              <a:buNone/>
              <a:defRPr sz="4800">
                <a:solidFill>
                  <a:schemeClr val="accent2"/>
                </a:solidFill>
              </a:defRPr>
            </a:lvl3pPr>
            <a:lvl4pPr lvl="3" algn="ctr">
              <a:spcBef>
                <a:spcPts val="0"/>
              </a:spcBef>
              <a:spcAft>
                <a:spcPts val="0"/>
              </a:spcAft>
              <a:buClr>
                <a:schemeClr val="accent2"/>
              </a:buClr>
              <a:buSzPts val="4800"/>
              <a:buNone/>
              <a:defRPr sz="4800">
                <a:solidFill>
                  <a:schemeClr val="accent2"/>
                </a:solidFill>
              </a:defRPr>
            </a:lvl4pPr>
            <a:lvl5pPr lvl="4" algn="ctr">
              <a:spcBef>
                <a:spcPts val="0"/>
              </a:spcBef>
              <a:spcAft>
                <a:spcPts val="0"/>
              </a:spcAft>
              <a:buClr>
                <a:schemeClr val="accent2"/>
              </a:buClr>
              <a:buSzPts val="4800"/>
              <a:buNone/>
              <a:defRPr sz="4800">
                <a:solidFill>
                  <a:schemeClr val="accent2"/>
                </a:solidFill>
              </a:defRPr>
            </a:lvl5pPr>
            <a:lvl6pPr lvl="5" algn="ctr">
              <a:spcBef>
                <a:spcPts val="0"/>
              </a:spcBef>
              <a:spcAft>
                <a:spcPts val="0"/>
              </a:spcAft>
              <a:buClr>
                <a:schemeClr val="accent2"/>
              </a:buClr>
              <a:buSzPts val="4800"/>
              <a:buNone/>
              <a:defRPr sz="4800">
                <a:solidFill>
                  <a:schemeClr val="accent2"/>
                </a:solidFill>
              </a:defRPr>
            </a:lvl6pPr>
            <a:lvl7pPr lvl="6" algn="ctr">
              <a:spcBef>
                <a:spcPts val="0"/>
              </a:spcBef>
              <a:spcAft>
                <a:spcPts val="0"/>
              </a:spcAft>
              <a:buClr>
                <a:schemeClr val="accent2"/>
              </a:buClr>
              <a:buSzPts val="4800"/>
              <a:buNone/>
              <a:defRPr sz="4800">
                <a:solidFill>
                  <a:schemeClr val="accent2"/>
                </a:solidFill>
              </a:defRPr>
            </a:lvl7pPr>
            <a:lvl8pPr lvl="7" algn="ctr">
              <a:spcBef>
                <a:spcPts val="0"/>
              </a:spcBef>
              <a:spcAft>
                <a:spcPts val="0"/>
              </a:spcAft>
              <a:buClr>
                <a:schemeClr val="accent2"/>
              </a:buClr>
              <a:buSzPts val="4800"/>
              <a:buNone/>
              <a:defRPr sz="4800">
                <a:solidFill>
                  <a:schemeClr val="accent2"/>
                </a:solidFill>
              </a:defRPr>
            </a:lvl8pPr>
            <a:lvl9pPr lvl="8" algn="ctr">
              <a:spcBef>
                <a:spcPts val="0"/>
              </a:spcBef>
              <a:spcAft>
                <a:spcPts val="0"/>
              </a:spcAft>
              <a:buClr>
                <a:schemeClr val="accent2"/>
              </a:buClr>
              <a:buSzPts val="4800"/>
              <a:buNone/>
              <a:defRPr sz="4800">
                <a:solidFill>
                  <a:schemeClr val="accent2"/>
                </a:solidFill>
              </a:defRPr>
            </a:lvl9pPr>
          </a:lstStyle>
          <a:p/>
        </p:txBody>
      </p:sp>
      <p:sp>
        <p:nvSpPr>
          <p:cNvPr id="557" name="Google Shape;557;p41"/>
          <p:cNvSpPr/>
          <p:nvPr/>
        </p:nvSpPr>
        <p:spPr>
          <a:xfrm rot="10800000">
            <a:off x="789420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58" name="Google Shape;558;p41"/>
          <p:cNvSpPr/>
          <p:nvPr/>
        </p:nvSpPr>
        <p:spPr>
          <a:xfrm rot="10800000">
            <a:off x="8151300" y="167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1"/>
          <p:cNvSpPr/>
          <p:nvPr/>
        </p:nvSpPr>
        <p:spPr>
          <a:xfrm rot="10800000">
            <a:off x="8151300" y="308837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1"/>
          <p:cNvSpPr/>
          <p:nvPr/>
        </p:nvSpPr>
        <p:spPr>
          <a:xfrm rot="10800000">
            <a:off x="7997850" y="226452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41"/>
          <p:cNvSpPr/>
          <p:nvPr/>
        </p:nvSpPr>
        <p:spPr>
          <a:xfrm rot="10800000">
            <a:off x="8336250" y="23995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41"/>
          <p:cNvSpPr txBox="1"/>
          <p:nvPr>
            <p:ph idx="1" type="subTitle"/>
          </p:nvPr>
        </p:nvSpPr>
        <p:spPr>
          <a:xfrm rot="5400000">
            <a:off x="7668450" y="3868125"/>
            <a:ext cx="1701300" cy="3315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563" name="Google Shape;563;p41"/>
          <p:cNvSpPr txBox="1"/>
          <p:nvPr>
            <p:ph idx="2" type="subTitle"/>
          </p:nvPr>
        </p:nvSpPr>
        <p:spPr>
          <a:xfrm rot="5400000">
            <a:off x="7668450" y="945575"/>
            <a:ext cx="1701300" cy="331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_1">
    <p:bg>
      <p:bgPr>
        <a:solidFill>
          <a:schemeClr val="lt2"/>
        </a:solidFill>
      </p:bgPr>
    </p:bg>
    <p:spTree>
      <p:nvGrpSpPr>
        <p:cNvPr id="564" name="Shape 564"/>
        <p:cNvGrpSpPr/>
        <p:nvPr/>
      </p:nvGrpSpPr>
      <p:grpSpPr>
        <a:xfrm>
          <a:off x="0" y="0"/>
          <a:ext cx="0" cy="0"/>
          <a:chOff x="0" y="0"/>
          <a:chExt cx="0" cy="0"/>
        </a:xfrm>
      </p:grpSpPr>
      <p:sp>
        <p:nvSpPr>
          <p:cNvPr id="565" name="Google Shape;565;p42"/>
          <p:cNvSpPr/>
          <p:nvPr/>
        </p:nvSpPr>
        <p:spPr>
          <a:xfrm flipH="1">
            <a:off x="34320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42"/>
          <p:cNvSpPr/>
          <p:nvPr/>
        </p:nvSpPr>
        <p:spPr>
          <a:xfrm flipH="1" rot="-5400000">
            <a:off x="34322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42"/>
          <p:cNvSpPr/>
          <p:nvPr/>
        </p:nvSpPr>
        <p:spPr>
          <a:xfrm flipH="1" rot="10800000">
            <a:off x="34322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68" name="Google Shape;568;p42"/>
          <p:cNvGrpSpPr/>
          <p:nvPr/>
        </p:nvGrpSpPr>
        <p:grpSpPr>
          <a:xfrm flipH="1">
            <a:off x="85800" y="76325"/>
            <a:ext cx="7808400" cy="5067300"/>
            <a:chOff x="1249800" y="76325"/>
            <a:chExt cx="7808400" cy="5067300"/>
          </a:xfrm>
        </p:grpSpPr>
        <p:cxnSp>
          <p:nvCxnSpPr>
            <p:cNvPr id="569" name="Google Shape;569;p42"/>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570" name="Google Shape;570;p42"/>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571" name="Google Shape;571;p42"/>
          <p:cNvGrpSpPr/>
          <p:nvPr/>
        </p:nvGrpSpPr>
        <p:grpSpPr>
          <a:xfrm flipH="1">
            <a:off x="171600" y="162125"/>
            <a:ext cx="7722600" cy="4981500"/>
            <a:chOff x="1249800" y="162125"/>
            <a:chExt cx="7722600" cy="4981500"/>
          </a:xfrm>
        </p:grpSpPr>
        <p:cxnSp>
          <p:nvCxnSpPr>
            <p:cNvPr id="572" name="Google Shape;572;p42"/>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573" name="Google Shape;573;p42"/>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574" name="Google Shape;574;p42"/>
          <p:cNvGrpSpPr/>
          <p:nvPr/>
        </p:nvGrpSpPr>
        <p:grpSpPr>
          <a:xfrm flipH="1">
            <a:off x="257400" y="247925"/>
            <a:ext cx="7636800" cy="4895700"/>
            <a:chOff x="1249800" y="247925"/>
            <a:chExt cx="7636800" cy="4895700"/>
          </a:xfrm>
        </p:grpSpPr>
        <p:cxnSp>
          <p:nvCxnSpPr>
            <p:cNvPr id="575" name="Google Shape;575;p42"/>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576" name="Google Shape;576;p42"/>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577" name="Google Shape;577;p42"/>
          <p:cNvSpPr txBox="1"/>
          <p:nvPr>
            <p:ph type="ctrTitle"/>
          </p:nvPr>
        </p:nvSpPr>
        <p:spPr>
          <a:xfrm>
            <a:off x="1375800" y="1703150"/>
            <a:ext cx="5485800" cy="173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4800"/>
              <a:buFont typeface="STIX Two Text SemiBold"/>
              <a:buNone/>
              <a:defRPr sz="4800">
                <a:solidFill>
                  <a:schemeClr val="accent2"/>
                </a:solidFill>
              </a:defRPr>
            </a:lvl1pPr>
            <a:lvl2pPr lvl="1" algn="ctr">
              <a:spcBef>
                <a:spcPts val="0"/>
              </a:spcBef>
              <a:spcAft>
                <a:spcPts val="0"/>
              </a:spcAft>
              <a:buClr>
                <a:schemeClr val="accent2"/>
              </a:buClr>
              <a:buSzPts val="4800"/>
              <a:buNone/>
              <a:defRPr sz="4800">
                <a:solidFill>
                  <a:schemeClr val="accent2"/>
                </a:solidFill>
              </a:defRPr>
            </a:lvl2pPr>
            <a:lvl3pPr lvl="2" algn="ctr">
              <a:spcBef>
                <a:spcPts val="0"/>
              </a:spcBef>
              <a:spcAft>
                <a:spcPts val="0"/>
              </a:spcAft>
              <a:buClr>
                <a:schemeClr val="accent2"/>
              </a:buClr>
              <a:buSzPts val="4800"/>
              <a:buNone/>
              <a:defRPr sz="4800">
                <a:solidFill>
                  <a:schemeClr val="accent2"/>
                </a:solidFill>
              </a:defRPr>
            </a:lvl3pPr>
            <a:lvl4pPr lvl="3" algn="ctr">
              <a:spcBef>
                <a:spcPts val="0"/>
              </a:spcBef>
              <a:spcAft>
                <a:spcPts val="0"/>
              </a:spcAft>
              <a:buClr>
                <a:schemeClr val="accent2"/>
              </a:buClr>
              <a:buSzPts val="4800"/>
              <a:buNone/>
              <a:defRPr sz="4800">
                <a:solidFill>
                  <a:schemeClr val="accent2"/>
                </a:solidFill>
              </a:defRPr>
            </a:lvl4pPr>
            <a:lvl5pPr lvl="4" algn="ctr">
              <a:spcBef>
                <a:spcPts val="0"/>
              </a:spcBef>
              <a:spcAft>
                <a:spcPts val="0"/>
              </a:spcAft>
              <a:buClr>
                <a:schemeClr val="accent2"/>
              </a:buClr>
              <a:buSzPts val="4800"/>
              <a:buNone/>
              <a:defRPr sz="4800">
                <a:solidFill>
                  <a:schemeClr val="accent2"/>
                </a:solidFill>
              </a:defRPr>
            </a:lvl5pPr>
            <a:lvl6pPr lvl="5" algn="ctr">
              <a:spcBef>
                <a:spcPts val="0"/>
              </a:spcBef>
              <a:spcAft>
                <a:spcPts val="0"/>
              </a:spcAft>
              <a:buClr>
                <a:schemeClr val="accent2"/>
              </a:buClr>
              <a:buSzPts val="4800"/>
              <a:buNone/>
              <a:defRPr sz="4800">
                <a:solidFill>
                  <a:schemeClr val="accent2"/>
                </a:solidFill>
              </a:defRPr>
            </a:lvl6pPr>
            <a:lvl7pPr lvl="6" algn="ctr">
              <a:spcBef>
                <a:spcPts val="0"/>
              </a:spcBef>
              <a:spcAft>
                <a:spcPts val="0"/>
              </a:spcAft>
              <a:buClr>
                <a:schemeClr val="accent2"/>
              </a:buClr>
              <a:buSzPts val="4800"/>
              <a:buNone/>
              <a:defRPr sz="4800">
                <a:solidFill>
                  <a:schemeClr val="accent2"/>
                </a:solidFill>
              </a:defRPr>
            </a:lvl7pPr>
            <a:lvl8pPr lvl="7" algn="ctr">
              <a:spcBef>
                <a:spcPts val="0"/>
              </a:spcBef>
              <a:spcAft>
                <a:spcPts val="0"/>
              </a:spcAft>
              <a:buClr>
                <a:schemeClr val="accent2"/>
              </a:buClr>
              <a:buSzPts val="4800"/>
              <a:buNone/>
              <a:defRPr sz="4800">
                <a:solidFill>
                  <a:schemeClr val="accent2"/>
                </a:solidFill>
              </a:defRPr>
            </a:lvl8pPr>
            <a:lvl9pPr lvl="8" algn="ctr">
              <a:spcBef>
                <a:spcPts val="0"/>
              </a:spcBef>
              <a:spcAft>
                <a:spcPts val="0"/>
              </a:spcAft>
              <a:buClr>
                <a:schemeClr val="accent2"/>
              </a:buClr>
              <a:buSzPts val="4800"/>
              <a:buNone/>
              <a:defRPr sz="4800">
                <a:solidFill>
                  <a:schemeClr val="accent2"/>
                </a:solidFill>
              </a:defRPr>
            </a:lvl9pPr>
          </a:lstStyle>
          <a:p/>
        </p:txBody>
      </p:sp>
      <p:sp>
        <p:nvSpPr>
          <p:cNvPr id="578" name="Google Shape;578;p42"/>
          <p:cNvSpPr/>
          <p:nvPr/>
        </p:nvSpPr>
        <p:spPr>
          <a:xfrm rot="10800000">
            <a:off x="789420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79" name="Google Shape;579;p42"/>
          <p:cNvSpPr/>
          <p:nvPr/>
        </p:nvSpPr>
        <p:spPr>
          <a:xfrm rot="10800000">
            <a:off x="8151300" y="167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42"/>
          <p:cNvSpPr/>
          <p:nvPr/>
        </p:nvSpPr>
        <p:spPr>
          <a:xfrm rot="10800000">
            <a:off x="8151300" y="308837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42"/>
          <p:cNvSpPr/>
          <p:nvPr/>
        </p:nvSpPr>
        <p:spPr>
          <a:xfrm rot="10800000">
            <a:off x="7997850" y="226452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42"/>
          <p:cNvSpPr/>
          <p:nvPr/>
        </p:nvSpPr>
        <p:spPr>
          <a:xfrm rot="10800000">
            <a:off x="8336250" y="23995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583" name="Shape 583"/>
        <p:cNvGrpSpPr/>
        <p:nvPr/>
      </p:nvGrpSpPr>
      <p:grpSpPr>
        <a:xfrm>
          <a:off x="0" y="0"/>
          <a:ext cx="0" cy="0"/>
          <a:chOff x="0" y="0"/>
          <a:chExt cx="0" cy="0"/>
        </a:xfrm>
      </p:grpSpPr>
      <p:sp>
        <p:nvSpPr>
          <p:cNvPr id="584" name="Google Shape;58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1pPr>
            <a:lvl2pPr lvl="1">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2pPr>
            <a:lvl3pPr lvl="2">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3pPr>
            <a:lvl4pPr lvl="3">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4pPr>
            <a:lvl5pPr lvl="4">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5pPr>
            <a:lvl6pPr lvl="5">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6pPr>
            <a:lvl7pPr lvl="6">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7pPr>
            <a:lvl8pPr lvl="7">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8pPr>
            <a:lvl9pPr lvl="8">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9pPr>
          </a:lstStyle>
          <a:p/>
        </p:txBody>
      </p:sp>
      <p:sp>
        <p:nvSpPr>
          <p:cNvPr id="7" name="Google Shape;7;p1"/>
          <p:cNvSpPr txBox="1"/>
          <p:nvPr>
            <p:ph idx="1" type="body"/>
          </p:nvPr>
        </p:nvSpPr>
        <p:spPr>
          <a:xfrm>
            <a:off x="311700" y="1800050"/>
            <a:ext cx="3661800" cy="2072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1pPr>
            <a:lvl2pPr indent="-304800" lvl="1" marL="9144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2pPr>
            <a:lvl3pPr indent="-304800" lvl="2" marL="13716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3pPr>
            <a:lvl4pPr indent="-304800" lvl="3" marL="18288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4pPr>
            <a:lvl5pPr indent="-304800" lvl="4" marL="22860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5pPr>
            <a:lvl6pPr indent="-304800" lvl="5" marL="27432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6pPr>
            <a:lvl7pPr indent="-304800" lvl="6" marL="32004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7pPr>
            <a:lvl8pPr indent="-304800" lvl="7" marL="36576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8pPr>
            <a:lvl9pPr indent="-304800" lvl="8" marL="41148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TIX Two Text"/>
                <a:ea typeface="STIX Two Text"/>
                <a:cs typeface="STIX Two Text"/>
                <a:sym typeface="STIX Two Text"/>
              </a:defRPr>
            </a:lvl1pPr>
            <a:lvl2pPr lvl="1" algn="r">
              <a:buNone/>
              <a:defRPr sz="1000">
                <a:solidFill>
                  <a:schemeClr val="dk2"/>
                </a:solidFill>
                <a:latin typeface="STIX Two Text"/>
                <a:ea typeface="STIX Two Text"/>
                <a:cs typeface="STIX Two Text"/>
                <a:sym typeface="STIX Two Text"/>
              </a:defRPr>
            </a:lvl2pPr>
            <a:lvl3pPr lvl="2" algn="r">
              <a:buNone/>
              <a:defRPr sz="1000">
                <a:solidFill>
                  <a:schemeClr val="dk2"/>
                </a:solidFill>
                <a:latin typeface="STIX Two Text"/>
                <a:ea typeface="STIX Two Text"/>
                <a:cs typeface="STIX Two Text"/>
                <a:sym typeface="STIX Two Text"/>
              </a:defRPr>
            </a:lvl3pPr>
            <a:lvl4pPr lvl="3" algn="r">
              <a:buNone/>
              <a:defRPr sz="1000">
                <a:solidFill>
                  <a:schemeClr val="dk2"/>
                </a:solidFill>
                <a:latin typeface="STIX Two Text"/>
                <a:ea typeface="STIX Two Text"/>
                <a:cs typeface="STIX Two Text"/>
                <a:sym typeface="STIX Two Text"/>
              </a:defRPr>
            </a:lvl4pPr>
            <a:lvl5pPr lvl="4" algn="r">
              <a:buNone/>
              <a:defRPr sz="1000">
                <a:solidFill>
                  <a:schemeClr val="dk2"/>
                </a:solidFill>
                <a:latin typeface="STIX Two Text"/>
                <a:ea typeface="STIX Two Text"/>
                <a:cs typeface="STIX Two Text"/>
                <a:sym typeface="STIX Two Text"/>
              </a:defRPr>
            </a:lvl5pPr>
            <a:lvl6pPr lvl="5" algn="r">
              <a:buNone/>
              <a:defRPr sz="1000">
                <a:solidFill>
                  <a:schemeClr val="dk2"/>
                </a:solidFill>
                <a:latin typeface="STIX Two Text"/>
                <a:ea typeface="STIX Two Text"/>
                <a:cs typeface="STIX Two Text"/>
                <a:sym typeface="STIX Two Text"/>
              </a:defRPr>
            </a:lvl6pPr>
            <a:lvl7pPr lvl="6" algn="r">
              <a:buNone/>
              <a:defRPr sz="1000">
                <a:solidFill>
                  <a:schemeClr val="dk2"/>
                </a:solidFill>
                <a:latin typeface="STIX Two Text"/>
                <a:ea typeface="STIX Two Text"/>
                <a:cs typeface="STIX Two Text"/>
                <a:sym typeface="STIX Two Text"/>
              </a:defRPr>
            </a:lvl7pPr>
            <a:lvl8pPr lvl="7" algn="r">
              <a:buNone/>
              <a:defRPr sz="1000">
                <a:solidFill>
                  <a:schemeClr val="dk2"/>
                </a:solidFill>
                <a:latin typeface="STIX Two Text"/>
                <a:ea typeface="STIX Two Text"/>
                <a:cs typeface="STIX Two Text"/>
                <a:sym typeface="STIX Two Text"/>
              </a:defRPr>
            </a:lvl8pPr>
            <a:lvl9pPr lvl="8" algn="r">
              <a:buNone/>
              <a:defRPr sz="1000">
                <a:solidFill>
                  <a:schemeClr val="dk2"/>
                </a:solidFill>
                <a:latin typeface="STIX Two Text"/>
                <a:ea typeface="STIX Two Text"/>
                <a:cs typeface="STIX Two Text"/>
                <a:sym typeface="STIX Two Tex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4"/>
          <p:cNvSpPr txBox="1"/>
          <p:nvPr>
            <p:ph idx="1" type="subTitle"/>
          </p:nvPr>
        </p:nvSpPr>
        <p:spPr>
          <a:xfrm>
            <a:off x="2398150" y="3513093"/>
            <a:ext cx="5325600" cy="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Mary Mungai</a:t>
            </a:r>
            <a:endParaRPr/>
          </a:p>
        </p:txBody>
      </p:sp>
      <p:sp>
        <p:nvSpPr>
          <p:cNvPr id="590" name="Google Shape;590;p44"/>
          <p:cNvSpPr txBox="1"/>
          <p:nvPr>
            <p:ph type="ctrTitle"/>
          </p:nvPr>
        </p:nvSpPr>
        <p:spPr>
          <a:xfrm>
            <a:off x="2398150" y="1465125"/>
            <a:ext cx="5325600" cy="204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Analysis of the ClimActor v2 Dataset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5"/>
          <p:cNvSpPr txBox="1"/>
          <p:nvPr>
            <p:ph idx="3" type="body"/>
          </p:nvPr>
        </p:nvSpPr>
        <p:spPr>
          <a:xfrm>
            <a:off x="211150" y="2778050"/>
            <a:ext cx="3849300" cy="1380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This data quality report was run on a merged data set of the key dict, subnationals context and countries data sets, using the sub-national entity name and climactor_id as the id variables. This data quality report shows there are some large standard deviation values for population and country population, and all variables seem to be heavily left-skewed.</a:t>
            </a:r>
            <a:endParaRPr/>
          </a:p>
        </p:txBody>
      </p:sp>
      <p:sp>
        <p:nvSpPr>
          <p:cNvPr id="596" name="Google Shape;596;p45"/>
          <p:cNvSpPr txBox="1"/>
          <p:nvPr>
            <p:ph idx="4" type="subTitle"/>
          </p:nvPr>
        </p:nvSpPr>
        <p:spPr>
          <a:xfrm>
            <a:off x="0" y="46935"/>
            <a:ext cx="3849300" cy="28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latin typeface="Plus Jakarta Sans"/>
                <a:ea typeface="Plus Jakarta Sans"/>
                <a:cs typeface="Plus Jakarta Sans"/>
                <a:sym typeface="Plus Jakarta Sans"/>
              </a:rPr>
              <a:t>Data Quality Report P.1</a:t>
            </a:r>
            <a:endParaRPr b="1">
              <a:solidFill>
                <a:schemeClr val="lt2"/>
              </a:solidFill>
              <a:latin typeface="Plus Jakarta Sans"/>
              <a:ea typeface="Plus Jakarta Sans"/>
              <a:cs typeface="Plus Jakarta Sans"/>
              <a:sym typeface="Plus Jakarta Sans"/>
            </a:endParaRPr>
          </a:p>
        </p:txBody>
      </p:sp>
      <p:pic>
        <p:nvPicPr>
          <p:cNvPr id="597" name="Google Shape;597;p45" title="numeric_quality_report.png"/>
          <p:cNvPicPr preferRelativeResize="0"/>
          <p:nvPr/>
        </p:nvPicPr>
        <p:blipFill>
          <a:blip r:embed="rId3">
            <a:alphaModFix/>
          </a:blip>
          <a:stretch>
            <a:fillRect/>
          </a:stretch>
        </p:blipFill>
        <p:spPr>
          <a:xfrm>
            <a:off x="0" y="762275"/>
            <a:ext cx="9104076" cy="1877875"/>
          </a:xfrm>
          <a:prstGeom prst="rect">
            <a:avLst/>
          </a:prstGeom>
          <a:noFill/>
          <a:ln>
            <a:noFill/>
          </a:ln>
        </p:spPr>
      </p:pic>
      <p:sp>
        <p:nvSpPr>
          <p:cNvPr id="598" name="Google Shape;598;p45"/>
          <p:cNvSpPr txBox="1"/>
          <p:nvPr/>
        </p:nvSpPr>
        <p:spPr>
          <a:xfrm>
            <a:off x="4947600" y="2778050"/>
            <a:ext cx="4044000" cy="163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STIX Two Text"/>
                <a:ea typeface="STIX Two Text"/>
                <a:cs typeface="STIX Two Text"/>
                <a:sym typeface="STIX Two Text"/>
              </a:rPr>
              <a:t>There were some notable errors during merging: 4 observations did not have a one-to-one match during the first and second merges, and the merged data set needs to undergo de-duplication. </a:t>
            </a:r>
            <a:endParaRPr sz="1200">
              <a:solidFill>
                <a:schemeClr val="dk2"/>
              </a:solidFill>
              <a:latin typeface="STIX Two Text"/>
              <a:ea typeface="STIX Two Text"/>
              <a:cs typeface="STIX Two Text"/>
              <a:sym typeface="STIX Two Text"/>
            </a:endParaRPr>
          </a:p>
          <a:p>
            <a:pPr indent="0" lvl="0" marL="0" rtl="0" algn="l">
              <a:spcBef>
                <a:spcPts val="1200"/>
              </a:spcBef>
              <a:spcAft>
                <a:spcPts val="1200"/>
              </a:spcAft>
              <a:buNone/>
            </a:pPr>
            <a:r>
              <a:rPr lang="en" sz="1200">
                <a:solidFill>
                  <a:schemeClr val="dk2"/>
                </a:solidFill>
                <a:latin typeface="STIX Two Text"/>
                <a:ea typeface="STIX Two Text"/>
                <a:cs typeface="STIX Two Text"/>
                <a:sym typeface="STIX Two Text"/>
              </a:rPr>
              <a:t>Some ideas for </a:t>
            </a:r>
            <a:r>
              <a:rPr lang="en" sz="1200">
                <a:solidFill>
                  <a:schemeClr val="dk2"/>
                </a:solidFill>
                <a:latin typeface="STIX Two Text"/>
                <a:ea typeface="STIX Two Text"/>
                <a:cs typeface="STIX Two Text"/>
                <a:sym typeface="STIX Two Text"/>
              </a:rPr>
              <a:t>potential</a:t>
            </a:r>
            <a:r>
              <a:rPr lang="en" sz="1200">
                <a:solidFill>
                  <a:schemeClr val="dk2"/>
                </a:solidFill>
                <a:latin typeface="STIX Two Text"/>
                <a:ea typeface="STIX Two Text"/>
                <a:cs typeface="STIX Two Text"/>
                <a:sym typeface="STIX Two Text"/>
              </a:rPr>
              <a:t> updates include match the identifier variables across all three data sets, such as labeling them all as “name”. </a:t>
            </a:r>
            <a:endParaRPr sz="1200">
              <a:solidFill>
                <a:schemeClr val="dk2"/>
              </a:solidFill>
              <a:latin typeface="STIX Two Text"/>
              <a:ea typeface="STIX Two Text"/>
              <a:cs typeface="STIX Two Text"/>
              <a:sym typeface="STIX Two Text"/>
            </a:endParaRPr>
          </a:p>
        </p:txBody>
      </p:sp>
      <p:sp>
        <p:nvSpPr>
          <p:cNvPr id="599" name="Google Shape;599;p45"/>
          <p:cNvSpPr txBox="1"/>
          <p:nvPr/>
        </p:nvSpPr>
        <p:spPr>
          <a:xfrm>
            <a:off x="6104070" y="46925"/>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a:solidFill>
                  <a:schemeClr val="lt2"/>
                </a:solidFill>
                <a:latin typeface="Plus Jakarta Sans"/>
                <a:ea typeface="Plus Jakarta Sans"/>
                <a:cs typeface="Plus Jakarta Sans"/>
                <a:sym typeface="Plus Jakarta Sans"/>
              </a:rPr>
              <a:t>Numeric Data</a:t>
            </a:r>
            <a:endParaRPr b="1">
              <a:solidFill>
                <a:schemeClr val="lt2"/>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46" title="categorical_quality_report2.png"/>
          <p:cNvPicPr preferRelativeResize="0"/>
          <p:nvPr/>
        </p:nvPicPr>
        <p:blipFill rotWithShape="1">
          <a:blip r:embed="rId3">
            <a:alphaModFix/>
          </a:blip>
          <a:srcRect b="2696" l="0" r="0" t="2706"/>
          <a:stretch/>
        </p:blipFill>
        <p:spPr>
          <a:xfrm>
            <a:off x="0" y="455459"/>
            <a:ext cx="9143999" cy="2191981"/>
          </a:xfrm>
          <a:prstGeom prst="rect">
            <a:avLst/>
          </a:prstGeom>
          <a:noFill/>
          <a:ln>
            <a:noFill/>
          </a:ln>
        </p:spPr>
      </p:pic>
      <p:sp>
        <p:nvSpPr>
          <p:cNvPr id="605" name="Google Shape;605;p46"/>
          <p:cNvSpPr txBox="1"/>
          <p:nvPr/>
        </p:nvSpPr>
        <p:spPr>
          <a:xfrm>
            <a:off x="49900" y="552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2"/>
                </a:solidFill>
                <a:latin typeface="Plus Jakarta Sans"/>
                <a:ea typeface="Plus Jakarta Sans"/>
                <a:cs typeface="Plus Jakarta Sans"/>
                <a:sym typeface="Plus Jakarta Sans"/>
              </a:rPr>
              <a:t>Data Quality Report P.2</a:t>
            </a:r>
            <a:endParaRPr b="1">
              <a:solidFill>
                <a:schemeClr val="lt2"/>
              </a:solidFill>
              <a:latin typeface="Plus Jakarta Sans"/>
              <a:ea typeface="Plus Jakarta Sans"/>
              <a:cs typeface="Plus Jakarta Sans"/>
              <a:sym typeface="Plus Jakarta Sans"/>
            </a:endParaRPr>
          </a:p>
        </p:txBody>
      </p:sp>
      <p:sp>
        <p:nvSpPr>
          <p:cNvPr id="606" name="Google Shape;606;p46"/>
          <p:cNvSpPr txBox="1"/>
          <p:nvPr/>
        </p:nvSpPr>
        <p:spPr>
          <a:xfrm>
            <a:off x="6059400" y="55250"/>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a:solidFill>
                  <a:schemeClr val="lt2"/>
                </a:solidFill>
                <a:latin typeface="Plus Jakarta Sans"/>
                <a:ea typeface="Plus Jakarta Sans"/>
                <a:cs typeface="Plus Jakarta Sans"/>
                <a:sym typeface="Plus Jakarta Sans"/>
              </a:rPr>
              <a:t>Categorical</a:t>
            </a:r>
            <a:r>
              <a:rPr b="1" lang="en">
                <a:solidFill>
                  <a:schemeClr val="lt2"/>
                </a:solidFill>
                <a:latin typeface="Plus Jakarta Sans"/>
                <a:ea typeface="Plus Jakarta Sans"/>
                <a:cs typeface="Plus Jakarta Sans"/>
                <a:sym typeface="Plus Jakarta Sans"/>
              </a:rPr>
              <a:t> Data</a:t>
            </a:r>
            <a:endParaRPr b="1">
              <a:solidFill>
                <a:schemeClr val="lt2"/>
              </a:solidFill>
              <a:latin typeface="Plus Jakarta Sans"/>
              <a:ea typeface="Plus Jakarta Sans"/>
              <a:cs typeface="Plus Jakarta Sans"/>
              <a:sym typeface="Plus Jakarta Sans"/>
            </a:endParaRPr>
          </a:p>
        </p:txBody>
      </p:sp>
      <p:sp>
        <p:nvSpPr>
          <p:cNvPr id="607" name="Google Shape;607;p46"/>
          <p:cNvSpPr txBox="1"/>
          <p:nvPr/>
        </p:nvSpPr>
        <p:spPr>
          <a:xfrm>
            <a:off x="179675" y="2825075"/>
            <a:ext cx="3477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chemeClr val="dk2"/>
                </a:solidFill>
                <a:latin typeface="STIX Two Text"/>
                <a:ea typeface="STIX Two Text"/>
                <a:cs typeface="STIX Two Text"/>
                <a:sym typeface="STIX Two Text"/>
              </a:rPr>
              <a:t>This data quality report was run on the same merged data set. This report is even more useful than the numeric quality report because it shows there is a large disparity of sub-national actors with climate commitments: there are almost twice the number of sub-national actors in Italy than Spain, which has almost four times as many actors as those in the United States and Belgium.</a:t>
            </a:r>
            <a:endParaRPr sz="1200">
              <a:solidFill>
                <a:schemeClr val="dk2"/>
              </a:solidFill>
              <a:latin typeface="STIX Two Text"/>
              <a:ea typeface="STIX Two Text"/>
              <a:cs typeface="STIX Two Text"/>
              <a:sym typeface="STIX Two Text"/>
            </a:endParaRPr>
          </a:p>
        </p:txBody>
      </p:sp>
      <p:sp>
        <p:nvSpPr>
          <p:cNvPr id="608" name="Google Shape;608;p46"/>
          <p:cNvSpPr txBox="1"/>
          <p:nvPr/>
        </p:nvSpPr>
        <p:spPr>
          <a:xfrm>
            <a:off x="5341725" y="2917475"/>
            <a:ext cx="3600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chemeClr val="dk2"/>
                </a:solidFill>
                <a:latin typeface="STIX Two Text"/>
                <a:ea typeface="STIX Two Text"/>
                <a:cs typeface="STIX Two Text"/>
                <a:sym typeface="STIX Two Text"/>
              </a:rPr>
              <a:t>This report also shows that ISO and country name can be almost matched one-to-one. This information can be used to improve dataset searchability for updating purposes. The ISO value can be used in the countries data set as a unique identifier, which could be especially useful for countries that have similar names (e.g., Niger and Nigeria).</a:t>
            </a:r>
            <a:endParaRPr sz="1200">
              <a:solidFill>
                <a:schemeClr val="dk2"/>
              </a:solidFill>
              <a:latin typeface="STIX Two Text"/>
              <a:ea typeface="STIX Two Text"/>
              <a:cs typeface="STIX Two Text"/>
              <a:sym typeface="STIX Two Tex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7"/>
          <p:cNvSpPr txBox="1"/>
          <p:nvPr>
            <p:ph idx="3" type="subTitle"/>
          </p:nvPr>
        </p:nvSpPr>
        <p:spPr>
          <a:xfrm>
            <a:off x="4829450" y="768100"/>
            <a:ext cx="37650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Goal of the ClimActor v.2 Dataset</a:t>
            </a:r>
            <a:endParaRPr/>
          </a:p>
        </p:txBody>
      </p:sp>
      <p:sp>
        <p:nvSpPr>
          <p:cNvPr id="614" name="Google Shape;614;p47"/>
          <p:cNvSpPr txBox="1"/>
          <p:nvPr>
            <p:ph idx="4" type="body"/>
          </p:nvPr>
        </p:nvSpPr>
        <p:spPr>
          <a:xfrm>
            <a:off x="4829450" y="998844"/>
            <a:ext cx="3765000" cy="878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To: </a:t>
            </a:r>
            <a:r>
              <a:rPr lang="en"/>
              <a:t>1) track climate commitments from sub-national actors, 2) help other researchers integrate external data with ClimActor data 3) expand to integrate other sub-national actors</a:t>
            </a:r>
            <a:endParaRPr/>
          </a:p>
        </p:txBody>
      </p:sp>
      <p:sp>
        <p:nvSpPr>
          <p:cNvPr id="615" name="Google Shape;615;p47"/>
          <p:cNvSpPr txBox="1"/>
          <p:nvPr>
            <p:ph idx="5" type="subTitle"/>
          </p:nvPr>
        </p:nvSpPr>
        <p:spPr>
          <a:xfrm>
            <a:off x="4829450" y="1972409"/>
            <a:ext cx="37650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Why Region?</a:t>
            </a:r>
            <a:endParaRPr/>
          </a:p>
        </p:txBody>
      </p:sp>
      <p:sp>
        <p:nvSpPr>
          <p:cNvPr id="616" name="Google Shape;616;p47"/>
          <p:cNvSpPr txBox="1"/>
          <p:nvPr>
            <p:ph idx="6" type="body"/>
          </p:nvPr>
        </p:nvSpPr>
        <p:spPr>
          <a:xfrm>
            <a:off x="4829450" y="2203162"/>
            <a:ext cx="4203000" cy="1137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The countries data set contains useful information about the areas in which we have good data on. Making note of this might be helpful for future updating purposes, as it’s not clear whether the overrepresentation of Europe in the data is a data quality issue or solely a reflection of the true number of sub-national climate-committed actors.</a:t>
            </a:r>
            <a:endParaRPr/>
          </a:p>
        </p:txBody>
      </p:sp>
      <p:sp>
        <p:nvSpPr>
          <p:cNvPr id="617" name="Google Shape;617;p47"/>
          <p:cNvSpPr txBox="1"/>
          <p:nvPr>
            <p:ph idx="7" type="subTitle"/>
          </p:nvPr>
        </p:nvSpPr>
        <p:spPr>
          <a:xfrm>
            <a:off x="4829450" y="3468430"/>
            <a:ext cx="37650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Impact</a:t>
            </a:r>
            <a:endParaRPr/>
          </a:p>
        </p:txBody>
      </p:sp>
      <p:sp>
        <p:nvSpPr>
          <p:cNvPr id="618" name="Google Shape;618;p47"/>
          <p:cNvSpPr txBox="1"/>
          <p:nvPr>
            <p:ph idx="8" type="body"/>
          </p:nvPr>
        </p:nvSpPr>
        <p:spPr>
          <a:xfrm>
            <a:off x="4829450" y="3699175"/>
            <a:ext cx="3970500" cy="87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This bar plot confirms the trend we suspected from the categorical data quality report: there are more sub-national actors from Europe than anywhere else, as sub-national actors in Europe make up more than 70% of the data set.</a:t>
            </a:r>
            <a:endParaRPr/>
          </a:p>
          <a:p>
            <a:pPr indent="0" lvl="0" marL="0" rtl="0" algn="l">
              <a:spcBef>
                <a:spcPts val="1200"/>
              </a:spcBef>
              <a:spcAft>
                <a:spcPts val="0"/>
              </a:spcAft>
              <a:buClr>
                <a:schemeClr val="dk2"/>
              </a:buClr>
              <a:buSzPts val="1100"/>
              <a:buFont typeface="Arial"/>
              <a:buNone/>
            </a:pPr>
            <a:r>
              <a:t/>
            </a:r>
            <a:endParaRPr/>
          </a:p>
          <a:p>
            <a:pPr indent="0" lvl="0" marL="0" rtl="0" algn="l">
              <a:spcBef>
                <a:spcPts val="1200"/>
              </a:spcBef>
              <a:spcAft>
                <a:spcPts val="1200"/>
              </a:spcAft>
              <a:buNone/>
            </a:pPr>
            <a:r>
              <a:t/>
            </a:r>
            <a:endParaRPr/>
          </a:p>
        </p:txBody>
      </p:sp>
      <p:pic>
        <p:nvPicPr>
          <p:cNvPr id="619" name="Google Shape;619;p47" title="visualization_1.png"/>
          <p:cNvPicPr preferRelativeResize="0"/>
          <p:nvPr/>
        </p:nvPicPr>
        <p:blipFill>
          <a:blip r:embed="rId3">
            <a:alphaModFix/>
          </a:blip>
          <a:stretch>
            <a:fillRect/>
          </a:stretch>
        </p:blipFill>
        <p:spPr>
          <a:xfrm>
            <a:off x="47350" y="1063900"/>
            <a:ext cx="4524652" cy="3015698"/>
          </a:xfrm>
          <a:prstGeom prst="rect">
            <a:avLst/>
          </a:prstGeom>
          <a:noFill/>
          <a:ln>
            <a:noFill/>
          </a:ln>
        </p:spPr>
      </p:pic>
      <p:sp>
        <p:nvSpPr>
          <p:cNvPr id="620" name="Google Shape;620;p47"/>
          <p:cNvSpPr txBox="1"/>
          <p:nvPr/>
        </p:nvSpPr>
        <p:spPr>
          <a:xfrm>
            <a:off x="0" y="39930"/>
            <a:ext cx="444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2"/>
                </a:solidFill>
                <a:latin typeface="Plus Jakarta Sans"/>
                <a:ea typeface="Plus Jakarta Sans"/>
                <a:cs typeface="Plus Jakarta Sans"/>
                <a:sym typeface="Plus Jakarta Sans"/>
              </a:rPr>
              <a:t>P</a:t>
            </a:r>
            <a:r>
              <a:rPr b="1" lang="en">
                <a:solidFill>
                  <a:schemeClr val="lt2"/>
                </a:solidFill>
                <a:latin typeface="Plus Jakarta Sans"/>
                <a:ea typeface="Plus Jakarta Sans"/>
                <a:cs typeface="Plus Jakarta Sans"/>
                <a:sym typeface="Plus Jakarta Sans"/>
              </a:rPr>
              <a:t>roportion</a:t>
            </a:r>
            <a:r>
              <a:rPr b="1" lang="en">
                <a:solidFill>
                  <a:schemeClr val="lt2"/>
                </a:solidFill>
                <a:latin typeface="Plus Jakarta Sans"/>
                <a:ea typeface="Plus Jakarta Sans"/>
                <a:cs typeface="Plus Jakarta Sans"/>
                <a:sym typeface="Plus Jakarta Sans"/>
              </a:rPr>
              <a:t> of observations per region</a:t>
            </a:r>
            <a:endParaRPr b="1">
              <a:solidFill>
                <a:schemeClr val="lt2"/>
              </a:solidFill>
              <a:latin typeface="Plus Jakarta Sans"/>
              <a:ea typeface="Plus Jakarta Sans"/>
              <a:cs typeface="Plus Jakarta Sans"/>
              <a:sym typeface="Plus Jakarta Sans"/>
            </a:endParaRPr>
          </a:p>
        </p:txBody>
      </p:sp>
      <p:sp>
        <p:nvSpPr>
          <p:cNvPr id="621" name="Google Shape;621;p47"/>
          <p:cNvSpPr txBox="1"/>
          <p:nvPr/>
        </p:nvSpPr>
        <p:spPr>
          <a:xfrm>
            <a:off x="6144000" y="39925"/>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a:solidFill>
                  <a:schemeClr val="lt2"/>
                </a:solidFill>
                <a:latin typeface="Plus Jakarta Sans"/>
                <a:ea typeface="Plus Jakarta Sans"/>
                <a:cs typeface="Plus Jakarta Sans"/>
                <a:sym typeface="Plus Jakarta Sans"/>
              </a:rPr>
              <a:t>Bar Plot</a:t>
            </a:r>
            <a:endParaRPr b="1">
              <a:solidFill>
                <a:schemeClr val="lt2"/>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8"/>
          <p:cNvSpPr txBox="1"/>
          <p:nvPr>
            <p:ph idx="5" type="subTitle"/>
          </p:nvPr>
        </p:nvSpPr>
        <p:spPr>
          <a:xfrm>
            <a:off x="4829450" y="764360"/>
            <a:ext cx="37650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Why Population Size?</a:t>
            </a:r>
            <a:endParaRPr/>
          </a:p>
        </p:txBody>
      </p:sp>
      <p:sp>
        <p:nvSpPr>
          <p:cNvPr id="627" name="Google Shape;627;p48"/>
          <p:cNvSpPr txBox="1"/>
          <p:nvPr>
            <p:ph idx="6" type="body"/>
          </p:nvPr>
        </p:nvSpPr>
        <p:spPr>
          <a:xfrm>
            <a:off x="4829450" y="995098"/>
            <a:ext cx="4314600" cy="149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The presence of sub-national actors doesn’t alone indicate climate commitments. The number of climate commitments made might be a more robust measure of commitment, and one that may not vary much with population size, unlike the number of sub-national actors.  </a:t>
            </a:r>
            <a:r>
              <a:rPr lang="en"/>
              <a:t>There are outliers in both number of climate commitments and national populations., so stratifying the actors into deciles based on relative population size might be more impactful.</a:t>
            </a:r>
            <a:endParaRPr/>
          </a:p>
        </p:txBody>
      </p:sp>
      <p:sp>
        <p:nvSpPr>
          <p:cNvPr id="628" name="Google Shape;628;p48"/>
          <p:cNvSpPr txBox="1"/>
          <p:nvPr>
            <p:ph idx="7" type="subTitle"/>
          </p:nvPr>
        </p:nvSpPr>
        <p:spPr>
          <a:xfrm>
            <a:off x="4829451" y="2763724"/>
            <a:ext cx="3765000" cy="24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Impact</a:t>
            </a:r>
            <a:endParaRPr/>
          </a:p>
        </p:txBody>
      </p:sp>
      <p:sp>
        <p:nvSpPr>
          <p:cNvPr id="629" name="Google Shape;629;p48"/>
          <p:cNvSpPr txBox="1"/>
          <p:nvPr>
            <p:ph idx="8" type="body"/>
          </p:nvPr>
        </p:nvSpPr>
        <p:spPr>
          <a:xfrm>
            <a:off x="4829443" y="3007624"/>
            <a:ext cx="4229400" cy="15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ub-national actors in higher population nations in North America have lower median climate commitments compared to actors in lower population nations on the continent. </a:t>
            </a:r>
            <a:endParaRPr/>
          </a:p>
          <a:p>
            <a:pPr indent="0" lvl="0" marL="0" rtl="0" algn="l">
              <a:spcBef>
                <a:spcPts val="1200"/>
              </a:spcBef>
              <a:spcAft>
                <a:spcPts val="0"/>
              </a:spcAft>
              <a:buNone/>
            </a:pPr>
            <a:r>
              <a:rPr lang="en"/>
              <a:t>Other regions have median climate commitment spikes at mid-population percentiles, both positively (Latin America and Eastern Europe/Central Asia) and negatively (South Asia and Sub-Saharan Africa).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30" name="Google Shape;630;p48" title="visualization_facets.png"/>
          <p:cNvPicPr preferRelativeResize="0"/>
          <p:nvPr/>
        </p:nvPicPr>
        <p:blipFill rotWithShape="1">
          <a:blip r:embed="rId3">
            <a:alphaModFix/>
          </a:blip>
          <a:srcRect b="0" l="0" r="0" t="0"/>
          <a:stretch/>
        </p:blipFill>
        <p:spPr>
          <a:xfrm>
            <a:off x="47350" y="1063900"/>
            <a:ext cx="4524652" cy="3015698"/>
          </a:xfrm>
          <a:prstGeom prst="rect">
            <a:avLst/>
          </a:prstGeom>
          <a:noFill/>
          <a:ln>
            <a:noFill/>
          </a:ln>
        </p:spPr>
      </p:pic>
      <p:sp>
        <p:nvSpPr>
          <p:cNvPr id="631" name="Google Shape;631;p48"/>
          <p:cNvSpPr txBox="1"/>
          <p:nvPr/>
        </p:nvSpPr>
        <p:spPr>
          <a:xfrm>
            <a:off x="15488" y="39925"/>
            <a:ext cx="4829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2"/>
                </a:solidFill>
                <a:latin typeface="Plus Jakarta Sans"/>
                <a:ea typeface="Plus Jakarta Sans"/>
                <a:cs typeface="Plus Jakarta Sans"/>
                <a:sym typeface="Plus Jakarta Sans"/>
              </a:rPr>
              <a:t>Median commitments per population categ</a:t>
            </a:r>
            <a:r>
              <a:rPr b="1" lang="en" sz="1300">
                <a:solidFill>
                  <a:schemeClr val="dk2"/>
                </a:solidFill>
                <a:latin typeface="Plus Jakarta Sans"/>
                <a:ea typeface="Plus Jakarta Sans"/>
                <a:cs typeface="Plus Jakarta Sans"/>
                <a:sym typeface="Plus Jakarta Sans"/>
              </a:rPr>
              <a:t>ory</a:t>
            </a:r>
            <a:r>
              <a:rPr b="1" lang="en" sz="1300">
                <a:solidFill>
                  <a:schemeClr val="lt2"/>
                </a:solidFill>
                <a:latin typeface="Plus Jakarta Sans"/>
                <a:ea typeface="Plus Jakarta Sans"/>
                <a:cs typeface="Plus Jakarta Sans"/>
                <a:sym typeface="Plus Jakarta Sans"/>
              </a:rPr>
              <a:t> </a:t>
            </a:r>
            <a:r>
              <a:rPr b="1" lang="en" sz="1300">
                <a:solidFill>
                  <a:schemeClr val="dk2"/>
                </a:solidFill>
                <a:latin typeface="Plus Jakarta Sans"/>
                <a:ea typeface="Plus Jakarta Sans"/>
                <a:cs typeface="Plus Jakarta Sans"/>
                <a:sym typeface="Plus Jakarta Sans"/>
              </a:rPr>
              <a:t>and </a:t>
            </a:r>
            <a:r>
              <a:rPr b="1" lang="en" sz="1300">
                <a:solidFill>
                  <a:schemeClr val="accent3"/>
                </a:solidFill>
                <a:latin typeface="Plus Jakarta Sans"/>
                <a:ea typeface="Plus Jakarta Sans"/>
                <a:cs typeface="Plus Jakarta Sans"/>
                <a:sym typeface="Plus Jakarta Sans"/>
              </a:rPr>
              <a:t>r</a:t>
            </a:r>
            <a:r>
              <a:rPr b="1" lang="en" sz="1300">
                <a:solidFill>
                  <a:schemeClr val="lt2"/>
                </a:solidFill>
                <a:latin typeface="Plus Jakarta Sans"/>
                <a:ea typeface="Plus Jakarta Sans"/>
                <a:cs typeface="Plus Jakarta Sans"/>
                <a:sym typeface="Plus Jakarta Sans"/>
              </a:rPr>
              <a:t>egion</a:t>
            </a:r>
            <a:endParaRPr b="1" sz="1300">
              <a:solidFill>
                <a:schemeClr val="lt2"/>
              </a:solidFill>
              <a:latin typeface="Plus Jakarta Sans"/>
              <a:ea typeface="Plus Jakarta Sans"/>
              <a:cs typeface="Plus Jakarta Sans"/>
              <a:sym typeface="Plus Jakarta Sans"/>
            </a:endParaRPr>
          </a:p>
        </p:txBody>
      </p:sp>
      <p:sp>
        <p:nvSpPr>
          <p:cNvPr id="632" name="Google Shape;632;p48"/>
          <p:cNvSpPr txBox="1"/>
          <p:nvPr/>
        </p:nvSpPr>
        <p:spPr>
          <a:xfrm>
            <a:off x="6144000" y="39925"/>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a:solidFill>
                  <a:schemeClr val="lt2"/>
                </a:solidFill>
                <a:latin typeface="Plus Jakarta Sans"/>
                <a:ea typeface="Plus Jakarta Sans"/>
                <a:cs typeface="Plus Jakarta Sans"/>
                <a:sym typeface="Plus Jakarta Sans"/>
              </a:rPr>
              <a:t>Line Graph</a:t>
            </a:r>
            <a:endParaRPr b="1">
              <a:solidFill>
                <a:schemeClr val="lt2"/>
              </a:solidFill>
              <a:latin typeface="Plus Jakarta Sans"/>
              <a:ea typeface="Plus Jakarta Sans"/>
              <a:cs typeface="Plus Jakarta Sans"/>
              <a:sym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9"/>
          <p:cNvSpPr txBox="1"/>
          <p:nvPr>
            <p:ph idx="5" type="subTitle"/>
          </p:nvPr>
        </p:nvSpPr>
        <p:spPr>
          <a:xfrm>
            <a:off x="4829450" y="764360"/>
            <a:ext cx="37650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Why Italy?</a:t>
            </a:r>
            <a:endParaRPr/>
          </a:p>
        </p:txBody>
      </p:sp>
      <p:sp>
        <p:nvSpPr>
          <p:cNvPr id="638" name="Google Shape;638;p49"/>
          <p:cNvSpPr txBox="1"/>
          <p:nvPr>
            <p:ph idx="6" type="body"/>
          </p:nvPr>
        </p:nvSpPr>
        <p:spPr>
          <a:xfrm>
            <a:off x="4829450" y="995098"/>
            <a:ext cx="4314600" cy="149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It is the country with the largest number of climate-committed sub-national actors at 4,972, and also the country whose </a:t>
            </a:r>
            <a:r>
              <a:rPr lang="en"/>
              <a:t>population</a:t>
            </a:r>
            <a:r>
              <a:rPr lang="en"/>
              <a:t> of 60,297,396 people is the exact median of the data set. A mid-sized </a:t>
            </a:r>
            <a:r>
              <a:rPr lang="en"/>
              <a:t>nation</a:t>
            </a:r>
            <a:r>
              <a:rPr lang="en"/>
              <a:t> with the highest number of observations makes for an interesting case study in where and to what extent sub-national actors are committing to climate policies. </a:t>
            </a:r>
            <a:endParaRPr/>
          </a:p>
        </p:txBody>
      </p:sp>
      <p:sp>
        <p:nvSpPr>
          <p:cNvPr id="639" name="Google Shape;639;p49"/>
          <p:cNvSpPr txBox="1"/>
          <p:nvPr>
            <p:ph idx="7" type="subTitle"/>
          </p:nvPr>
        </p:nvSpPr>
        <p:spPr>
          <a:xfrm>
            <a:off x="4829451" y="2627462"/>
            <a:ext cx="3765000" cy="24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Impact</a:t>
            </a:r>
            <a:endParaRPr/>
          </a:p>
        </p:txBody>
      </p:sp>
      <p:sp>
        <p:nvSpPr>
          <p:cNvPr id="640" name="Google Shape;640;p49"/>
          <p:cNvSpPr txBox="1"/>
          <p:nvPr>
            <p:ph idx="8" type="body"/>
          </p:nvPr>
        </p:nvSpPr>
        <p:spPr>
          <a:xfrm>
            <a:off x="4829443" y="2871349"/>
            <a:ext cx="4229400" cy="15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map of Italy is cleared very dense, especially at the north east and central west region. It seems that there are many sub-national actors which have committed to 4 or fewer different climate commitments, and another handful that have committed 8 or fewer climate commitments.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41" name="Google Shape;641;p49" title="visualization_spatial.png"/>
          <p:cNvPicPr preferRelativeResize="0"/>
          <p:nvPr/>
        </p:nvPicPr>
        <p:blipFill rotWithShape="1">
          <a:blip r:embed="rId3">
            <a:alphaModFix/>
          </a:blip>
          <a:srcRect b="0" l="0" r="0" t="0"/>
          <a:stretch/>
        </p:blipFill>
        <p:spPr>
          <a:xfrm>
            <a:off x="47350" y="1063900"/>
            <a:ext cx="4524652" cy="3015698"/>
          </a:xfrm>
          <a:prstGeom prst="rect">
            <a:avLst/>
          </a:prstGeom>
          <a:noFill/>
          <a:ln>
            <a:noFill/>
          </a:ln>
        </p:spPr>
      </p:pic>
      <p:sp>
        <p:nvSpPr>
          <p:cNvPr id="642" name="Google Shape;642;p49"/>
          <p:cNvSpPr txBox="1"/>
          <p:nvPr/>
        </p:nvSpPr>
        <p:spPr>
          <a:xfrm>
            <a:off x="15488" y="39925"/>
            <a:ext cx="4829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2"/>
                </a:solidFill>
                <a:latin typeface="Plus Jakarta Sans"/>
                <a:ea typeface="Plus Jakarta Sans"/>
                <a:cs typeface="Plus Jakarta Sans"/>
                <a:sym typeface="Plus Jakarta Sans"/>
              </a:rPr>
              <a:t>Spatial distribution of sub-national actors</a:t>
            </a:r>
            <a:endParaRPr b="1" sz="1300">
              <a:solidFill>
                <a:schemeClr val="lt2"/>
              </a:solidFill>
              <a:latin typeface="Plus Jakarta Sans"/>
              <a:ea typeface="Plus Jakarta Sans"/>
              <a:cs typeface="Plus Jakarta Sans"/>
              <a:sym typeface="Plus Jakarta Sans"/>
            </a:endParaRPr>
          </a:p>
        </p:txBody>
      </p:sp>
      <p:sp>
        <p:nvSpPr>
          <p:cNvPr id="643" name="Google Shape;643;p49"/>
          <p:cNvSpPr txBox="1"/>
          <p:nvPr/>
        </p:nvSpPr>
        <p:spPr>
          <a:xfrm>
            <a:off x="6144000" y="39925"/>
            <a:ext cx="3000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a:solidFill>
                  <a:schemeClr val="lt2"/>
                </a:solidFill>
                <a:latin typeface="Plus Jakarta Sans"/>
                <a:ea typeface="Plus Jakarta Sans"/>
                <a:cs typeface="Plus Jakarta Sans"/>
                <a:sym typeface="Plus Jakarta Sans"/>
              </a:rPr>
              <a:t>Map</a:t>
            </a:r>
            <a:endParaRPr b="1">
              <a:solidFill>
                <a:schemeClr val="lt2"/>
              </a:solidFill>
              <a:latin typeface="Plus Jakarta Sans"/>
              <a:ea typeface="Plus Jakarta Sans"/>
              <a:cs typeface="Plus Jakarta Sans"/>
              <a:sym typeface="Plus Jakart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how and Tell/Report #1">
  <a:themeElements>
    <a:clrScheme name="Simple Light">
      <a:dk1>
        <a:srgbClr val="AB8645"/>
      </a:dk1>
      <a:lt1>
        <a:srgbClr val="014840"/>
      </a:lt1>
      <a:dk2>
        <a:srgbClr val="000000"/>
      </a:dk2>
      <a:lt2>
        <a:srgbClr val="FAF5F0"/>
      </a:lt2>
      <a:accent1>
        <a:srgbClr val="133E37"/>
      </a:accent1>
      <a:accent2>
        <a:srgbClr val="D8B771"/>
      </a:accent2>
      <a:accent3>
        <a:srgbClr val="FFFFFF"/>
      </a:accent3>
      <a:accent4>
        <a:srgbClr val="8DA1B9"/>
      </a:accent4>
      <a:accent5>
        <a:srgbClr val="BC4749"/>
      </a:accent5>
      <a:accent6>
        <a:srgbClr val="3C1518"/>
      </a:accent6>
      <a:hlink>
        <a:srgbClr val="0148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